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A993E-4E43-BDE5-6290-37F0E118B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BF08A4-66EC-C746-58B2-7405D4A9A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9EDCD-BE21-711C-ACE7-688AEE32A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A398F-B8D8-8420-AE40-FF1170308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A9D6F-E92B-226C-73B5-62F45679C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0734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458E-939F-7356-4BE9-50A364077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C2C4-0BD4-8834-B8BB-E2CB62773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906E1-AD75-7A8A-EF54-06FC20E1D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B2F2D-7256-E171-08BF-0F56052B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E8492-B678-437B-220A-90EB445C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1212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E04B7-2765-E19A-DBAC-5356D7A0D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EBAD2-3316-B6FB-861B-57AD44A3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39E6F-CE4B-BB14-2B18-64281D42E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F3DFC-4271-7F03-C953-34151F15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4A27D-7A38-6896-E310-0431045F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75349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7D778-2B6D-054F-CC1A-13B544DEB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A72C7-D673-C7BF-234F-734C84806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F4FD3A-3BCF-DA70-80F5-E02338690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5741-B5FE-540A-6445-5BB1DB09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C97015-6D05-00FA-9CA0-F2D10C22C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DBB0D-6A5B-6198-68C2-584236BC5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44741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C00D3-7B70-FF85-4654-A3DC246BD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1D214-72A0-DDA2-05CA-123888EFF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4E3E6-0460-A6C8-21F1-B4F50525C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3423C-6752-BA55-F16F-244E40D04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FCC37-6C7D-7DC0-E27C-2A1EA25F8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15F79F-F5FD-2952-46DE-1B319FE7F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B38BB-79C9-212E-6F80-2185EB0ED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A67CC5-D106-7685-729C-D56CB1BEA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5538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4EB-39BE-6368-2FF6-E91217F52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60DF66-FDB4-C3A7-F08C-69E8F59A3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8E6C85-A51A-24D8-4AA1-0AAD25CD6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9D5EE1-90E1-C12E-6D92-AFFB77E9B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94383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1AD41-F012-CA88-F18D-F0BB9C68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45003C-F3A3-B905-DB2F-13E2341B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7145C-6716-C454-F9B8-E3D9CD1B6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365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78E37-8A3E-8B86-FFCC-BC4CC3460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7F342-4449-5365-3921-276170D2F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CCAE67-9E5E-4E07-9001-2180291AF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3E8D63-C389-B775-97AF-5D04E32D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98455-0F1F-A7B3-BAE4-9DB68BF9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5EA510-6772-0609-AA9C-C1AB960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47988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AF-B53A-66AC-C7B2-7F140735E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A524A9-60B6-36A9-1306-1A468959B7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392E1-983C-D3F7-3259-CB0720E7C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2422D-A547-A4DA-593F-EF01C0C26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A8FDDB-3810-A859-6FF9-D8907F5A2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94FB8-2D57-87CC-856C-52336F576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3801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64285-2DAC-68C2-9301-8DEBE9C08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F778D-0CE8-DEF9-56FD-582D84A4A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3C988-6AA6-79D9-559B-B676EC95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81C3C-F8AE-EBDF-455C-8790D5E8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C217C-085E-66FA-464B-3BF001B2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97254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F20953-3BBC-5F0E-7832-2A7FF2F0BA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4AF112-D13F-9183-EF25-C18C7A2CB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D14FE-CBB6-4718-0684-E15568CE2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97AD-BB2C-E6AA-8E42-D1CFC4A54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B4E1F-8F14-0F9C-7BBD-B7C79E453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5138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24A2B4-65FA-ACAB-0A2F-E778F7B1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6210B-7977-BF25-1929-A71CA3D9D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9D42E-FF6B-6EB4-A807-2E023EACAE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AEAED-506A-0C93-4A58-9A39193BED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D061F-C78E-9764-822B-5A4FB879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4878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888B2B-4930-0627-60D9-BE63913770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7909" y="2023110"/>
            <a:ext cx="2469624" cy="2846070"/>
          </a:xfrm>
        </p:spPr>
        <p:txBody>
          <a:bodyPr anchor="ctr">
            <a:normAutofit/>
          </a:bodyPr>
          <a:lstStyle/>
          <a:p>
            <a:pPr algn="l"/>
            <a:r>
              <a:rPr lang="en-DK" sz="3400" dirty="0"/>
              <a:t>Last weeks presentation of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EE1EC6-08FB-0C72-D51E-32384E3D6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7908" y="5086350"/>
            <a:ext cx="2446465" cy="1178298"/>
          </a:xfrm>
        </p:spPr>
        <p:txBody>
          <a:bodyPr>
            <a:normAutofit/>
          </a:bodyPr>
          <a:lstStyle/>
          <a:p>
            <a:pPr algn="l"/>
            <a:endParaRPr lang="en-DK" sz="16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a graph with numbers and lines&#10;&#10;AI-generated content may be incorrect.">
            <a:extLst>
              <a:ext uri="{FF2B5EF4-FFF2-40B4-BE49-F238E27FC236}">
                <a16:creationId xmlns:a16="http://schemas.microsoft.com/office/drawing/2014/main" id="{A6CB81B7-562E-7B7F-E2AC-4EB76471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858525"/>
            <a:ext cx="7526221" cy="521190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58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9CB8-1D90-AF0E-1459-17B8950E9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Modifying it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2993EF1-70FD-8A7C-66E2-326D0E721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2933" y="577593"/>
            <a:ext cx="62209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5D0B5B-8EBF-E334-F301-F33F57CCF281}"/>
              </a:ext>
            </a:extLst>
          </p:cNvPr>
          <p:cNvSpPr txBox="1"/>
          <p:nvPr/>
        </p:nvSpPr>
        <p:spPr>
          <a:xfrm>
            <a:off x="4213654" y="5609968"/>
            <a:ext cx="5724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Modify the vertical shift from O2 concentration by doing:</a:t>
            </a:r>
          </a:p>
          <a:p>
            <a:r>
              <a:rPr lang="en-GB" dirty="0"/>
              <a:t>y* = y – </a:t>
            </a:r>
            <a:r>
              <a:rPr lang="en-GB" i="1" dirty="0"/>
              <a:t>m</a:t>
            </a:r>
            <a:r>
              <a:rPr lang="en-GB" dirty="0"/>
              <a:t> * ln(y(O2))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347358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464D5-8C70-C7BA-22B0-6C90E7888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D06CA-7002-5EDD-606D-1E8F74D55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Modifying it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4CF8440-11F0-77A8-8386-DCCF1EDFD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072933" y="577593"/>
            <a:ext cx="62209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4ED95B-E076-377E-71EF-AB841AF24CC4}"/>
              </a:ext>
            </a:extLst>
          </p:cNvPr>
          <p:cNvSpPr txBox="1"/>
          <p:nvPr/>
        </p:nvSpPr>
        <p:spPr>
          <a:xfrm>
            <a:off x="4569469" y="5063431"/>
            <a:ext cx="65732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Modify the vertical shift from O2 concentration by doing:</a:t>
            </a:r>
          </a:p>
          <a:p>
            <a:r>
              <a:rPr lang="en-GB" dirty="0"/>
              <a:t>y* = y – </a:t>
            </a:r>
            <a:r>
              <a:rPr lang="en-GB" i="1" dirty="0"/>
              <a:t>m</a:t>
            </a:r>
            <a:r>
              <a:rPr lang="en-GB" dirty="0"/>
              <a:t> * ln(y(O2))</a:t>
            </a:r>
          </a:p>
          <a:p>
            <a:endParaRPr lang="en-GB" dirty="0"/>
          </a:p>
          <a:p>
            <a:r>
              <a:rPr lang="en-GB" i="1" dirty="0"/>
              <a:t>a</a:t>
            </a:r>
            <a:r>
              <a:rPr lang="en-GB" dirty="0"/>
              <a:t>-range = 20% to 80% (Shown over mass conversion, not carbon)</a:t>
            </a:r>
            <a:endParaRPr lang="en-DK" i="1" dirty="0"/>
          </a:p>
        </p:txBody>
      </p:sp>
    </p:spTree>
    <p:extLst>
      <p:ext uri="{BB962C8B-B14F-4D97-AF65-F5344CB8AC3E}">
        <p14:creationId xmlns:p14="http://schemas.microsoft.com/office/powerpoint/2010/main" val="3621668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6AD4-8A3C-33B2-D22D-DEC6D1B8D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r>
              <a:rPr lang="en-DK" sz="3200"/>
              <a:t>Simulating TG curve with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E6308-0A5B-39A9-723D-2E60B05C2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pPr lvl="1"/>
            <a:r>
              <a:rPr lang="en-GB" sz="2000" dirty="0"/>
              <a:t>Know rate, “simulate” alpha over same T and t window</a:t>
            </a:r>
          </a:p>
          <a:p>
            <a:pPr lvl="2"/>
            <a:r>
              <a:rPr lang="en-GB" sz="1600" dirty="0"/>
              <a:t>Da/dt = k(</a:t>
            </a:r>
            <a:r>
              <a:rPr lang="en-GB" sz="1600" dirty="0" err="1"/>
              <a:t>T,y</a:t>
            </a:r>
            <a:r>
              <a:rPr lang="en-GB" sz="1600" dirty="0"/>
              <a:t>(O2)) * (1-a)</a:t>
            </a:r>
          </a:p>
          <a:p>
            <a:pPr lvl="2"/>
            <a:r>
              <a:rPr lang="en-GB" sz="1600" dirty="0"/>
              <a:t>k = A * y(O2)^m * exp(-</a:t>
            </a:r>
            <a:r>
              <a:rPr lang="en-GB" sz="1600" dirty="0" err="1"/>
              <a:t>Ea</a:t>
            </a:r>
            <a:r>
              <a:rPr lang="en-GB" sz="1600" dirty="0"/>
              <a:t>/(R*T))</a:t>
            </a:r>
          </a:p>
          <a:p>
            <a:pPr marL="457200" lvl="1" indent="0">
              <a:buNone/>
            </a:pPr>
            <a:endParaRPr lang="en-DK" sz="2000" dirty="0"/>
          </a:p>
          <a:p>
            <a:pPr marL="457200" lvl="1" indent="0">
              <a:buNone/>
            </a:pPr>
            <a:r>
              <a:rPr lang="en-DK" sz="2000" dirty="0"/>
              <a:t>Simulated graph to the right is for PW, 10% O2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9A4361-0C83-BA57-A997-59890091B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1101545"/>
            <a:ext cx="6389346" cy="466422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4256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9DB9-396F-0E87-6D3E-47402704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Planned &amp; Completed Experiments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AAD97-E61C-C93C-E93B-5947D173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dirty="0"/>
              <a:t>225C Isothermals at 5% and 10% O2 (✅)</a:t>
            </a:r>
          </a:p>
          <a:p>
            <a:r>
              <a:rPr lang="en-DK" dirty="0"/>
              <a:t>250C Isothermals at 5% and 10% O2 (</a:t>
            </a:r>
            <a:r>
              <a:rPr lang="en-DK"/>
              <a:t>❌)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11273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4376</TotalTime>
  <Words>165</Words>
  <Application>Microsoft Macintosh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Last weeks presentation of data</vt:lpstr>
      <vt:lpstr>Modifying it</vt:lpstr>
      <vt:lpstr>Modifying it</vt:lpstr>
      <vt:lpstr>Simulating TG curve with data</vt:lpstr>
      <vt:lpstr>Planned &amp; Completed Experiments last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Cornelius Hedegaard Reetz</dc:creator>
  <cp:lastModifiedBy>Cornelius Hedegaard Reetz</cp:lastModifiedBy>
  <cp:revision>3</cp:revision>
  <dcterms:created xsi:type="dcterms:W3CDTF">2025-12-01T08:56:05Z</dcterms:created>
  <dcterms:modified xsi:type="dcterms:W3CDTF">2025-12-11T09:24:00Z</dcterms:modified>
</cp:coreProperties>
</file>