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0" r:id="rId4"/>
    <p:sldId id="261" r:id="rId5"/>
    <p:sldId id="258" r:id="rId6"/>
  </p:sldIdLst>
  <p:sldSz cx="12192000" cy="6858000"/>
  <p:notesSz cx="6858000" cy="9144000"/>
  <p:defaultTextStyle>
    <a:defPPr>
      <a:defRPr lang="en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94"/>
  </p:normalViewPr>
  <p:slideViewPr>
    <p:cSldViewPr snapToGrid="0">
      <p:cViewPr varScale="1">
        <p:scale>
          <a:sx n="121" d="100"/>
          <a:sy n="121" d="100"/>
        </p:scale>
        <p:origin x="74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7A993E-4E43-BDE5-6290-37F0E118B9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DK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5BF08A4-66EC-C746-58B2-7405D4A9A9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49EDCD-BE21-711C-ACE7-688AEE32AD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7DE64-E65F-7845-BC17-BC66ADD2E323}" type="datetimeFigureOut">
              <a:rPr lang="en-DK" smtClean="0"/>
              <a:t>08/12/2025</a:t>
            </a:fld>
            <a:endParaRPr lang="en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BA398F-B8D8-8420-AE40-FF1170308F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0A9D6F-E92B-226C-73B5-62F45679C8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B07AD-B526-8F4E-9BCF-E81942AA0101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7073444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D1458E-939F-7356-4BE9-50A3640776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62C2C4-0BD4-8834-B8BB-E2CB627732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9906E1-AD75-7A8A-EF54-06FC20E1D2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7DE64-E65F-7845-BC17-BC66ADD2E323}" type="datetimeFigureOut">
              <a:rPr lang="en-DK" smtClean="0"/>
              <a:t>08/12/2025</a:t>
            </a:fld>
            <a:endParaRPr lang="en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DB2F2D-7256-E171-08BF-0F56052B61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EE8492-B678-437B-220A-90EB445C9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B07AD-B526-8F4E-9BCF-E81942AA0101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0121244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E04B7-2765-E19A-DBAC-5356D7A0D2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0EBAD2-3316-B6FB-861B-57AD44A3F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839E6F-CE4B-BB14-2B18-64281D42E6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7DE64-E65F-7845-BC17-BC66ADD2E323}" type="datetimeFigureOut">
              <a:rPr lang="en-DK" smtClean="0"/>
              <a:t>08/12/2025</a:t>
            </a:fld>
            <a:endParaRPr lang="en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7F3DFC-4271-7F03-C953-34151F15A6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14A27D-7A38-6896-E310-0431045F09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B07AD-B526-8F4E-9BCF-E81942AA0101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2753490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67D778-2B6D-054F-CC1A-13B544DEB0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6A72C7-D673-C7BF-234F-734C848060F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K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F4FD3A-3BCF-DA70-80F5-E02338690F8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K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135741-B5FE-540A-6445-5BB1DB092C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7DE64-E65F-7845-BC17-BC66ADD2E323}" type="datetimeFigureOut">
              <a:rPr lang="en-DK" smtClean="0"/>
              <a:t>08/12/2025</a:t>
            </a:fld>
            <a:endParaRPr lang="en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C97015-6D05-00FA-9CA0-F2D10C22CA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BCDBB0D-6A5B-6198-68C2-584236BC55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B07AD-B526-8F4E-9BCF-E81942AA0101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2447410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DC00D3-7B70-FF85-4654-A3DC246BDF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31D214-72A0-DDA2-05CA-123888EFF2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164E3E6-0460-A6C8-21F1-B4F50525C9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K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583423C-6752-BA55-F16F-244E40D044E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C2FCC37-6C7D-7DC0-E27C-2A1EA25F84A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K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015F79F-F5FD-2952-46DE-1B319FE7F9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7DE64-E65F-7845-BC17-BC66ADD2E323}" type="datetimeFigureOut">
              <a:rPr lang="en-DK" smtClean="0"/>
              <a:t>08/12/2025</a:t>
            </a:fld>
            <a:endParaRPr lang="en-DK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5FB38BB-79C9-212E-6F80-2185EB0ED5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9A67CC5-D106-7685-729C-D56CB1BEAF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B07AD-B526-8F4E-9BCF-E81942AA0101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1255383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8E94EB-39BE-6368-2FF6-E91217F522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K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460DF66-FDB4-C3A7-F08C-69E8F59A3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7DE64-E65F-7845-BC17-BC66ADD2E323}" type="datetimeFigureOut">
              <a:rPr lang="en-DK" smtClean="0"/>
              <a:t>08/12/2025</a:t>
            </a:fld>
            <a:endParaRPr lang="en-DK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88E6C85-A51A-24D8-4AA1-0AAD25CD63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39D5EE1-90E1-C12E-6D92-AFFB77E9B8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B07AD-B526-8F4E-9BCF-E81942AA0101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6943831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891AD41-F012-CA88-F18D-F0BB9C68C7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7DE64-E65F-7845-BC17-BC66ADD2E323}" type="datetimeFigureOut">
              <a:rPr lang="en-DK" smtClean="0"/>
              <a:t>08/12/2025</a:t>
            </a:fld>
            <a:endParaRPr lang="en-DK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845003C-F3A3-B905-DB2F-13E2341BC3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E7145C-6716-C454-F9B8-E3D9CD1B68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B07AD-B526-8F4E-9BCF-E81942AA0101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3736541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D78E37-8A3E-8B86-FFCC-BC4CC34603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87F342-4449-5365-3921-276170D2F4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5CCAE67-9E5E-4E07-9001-2180291AFC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3E8D63-C389-B775-97AF-5D04E32D73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7DE64-E65F-7845-BC17-BC66ADD2E323}" type="datetimeFigureOut">
              <a:rPr lang="en-DK" smtClean="0"/>
              <a:t>08/12/2025</a:t>
            </a:fld>
            <a:endParaRPr lang="en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F898455-0F1F-A7B3-BAE4-9DB68BF920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5EA510-6772-0609-AA9C-C1AB960F9F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B07AD-B526-8F4E-9BCF-E81942AA0101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6479880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30A3AF-B53A-66AC-C7B2-7F140735E4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DK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2A524A9-60B6-36A9-1306-1A468959B76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D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06392E1-983C-D3F7-3259-CB0720E7CB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82422D-A547-A4DA-593F-EF01C0C264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7DE64-E65F-7845-BC17-BC66ADD2E323}" type="datetimeFigureOut">
              <a:rPr lang="en-DK" smtClean="0"/>
              <a:t>08/12/2025</a:t>
            </a:fld>
            <a:endParaRPr lang="en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A8FDDB-3810-A859-6FF9-D8907F5A2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994FB8-2D57-87CC-856C-52336F576F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B07AD-B526-8F4E-9BCF-E81942AA0101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2238018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64285-2DAC-68C2-9301-8DEBE9C088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02F778D-0CE8-DEF9-56FD-582D84A4A43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23C988-6AA6-79D9-559B-B676EC95FE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7DE64-E65F-7845-BC17-BC66ADD2E323}" type="datetimeFigureOut">
              <a:rPr lang="en-DK" smtClean="0"/>
              <a:t>08/12/2025</a:t>
            </a:fld>
            <a:endParaRPr lang="en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881C3C-F8AE-EBDF-455C-8790D5E8B9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5C217C-085E-66FA-464B-3BF001B278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B07AD-B526-8F4E-9BCF-E81942AA0101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7972542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0F20953-3BBC-5F0E-7832-2A7FF2F0BA7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D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84AF112-D13F-9183-EF25-C18C7A2CB30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3D14FE-CBB6-4718-0684-E15568CE2D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7DE64-E65F-7845-BC17-BC66ADD2E323}" type="datetimeFigureOut">
              <a:rPr lang="en-DK" smtClean="0"/>
              <a:t>08/12/2025</a:t>
            </a:fld>
            <a:endParaRPr lang="en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8A97AD-BB2C-E6AA-8E42-D1CFC4A54D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CB4E1F-8F14-0F9C-7BBD-B7C79E4537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B07AD-B526-8F4E-9BCF-E81942AA0101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3851387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B24A2B4-65FA-ACAB-0A2F-E778F7B11B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56210B-7977-BF25-1929-A71CA3D9D6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39D42E-FF6B-6EB4-A807-2E023EACAE0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857DE64-E65F-7845-BC17-BC66ADD2E323}" type="datetimeFigureOut">
              <a:rPr lang="en-DK" smtClean="0"/>
              <a:t>08/12/2025</a:t>
            </a:fld>
            <a:endParaRPr lang="en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2AEAED-506A-0C93-4A58-9A39193BED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DD061F-C78E-9764-822B-5A4FB8799C1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03B07AD-B526-8F4E-9BCF-E81942AA0101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5748780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BA79A7CF-01AF-4178-9369-94E0C90EB0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7888B2B-4930-0627-60D9-BE63913770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267909" y="2023110"/>
            <a:ext cx="2469624" cy="2846070"/>
          </a:xfrm>
        </p:spPr>
        <p:txBody>
          <a:bodyPr anchor="ctr">
            <a:normAutofit/>
          </a:bodyPr>
          <a:lstStyle/>
          <a:p>
            <a:pPr algn="l"/>
            <a:r>
              <a:rPr lang="en-DK" sz="3400" dirty="0"/>
              <a:t>Last weeks presentation of data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5EE1EC6-08FB-0C72-D51E-32384E3D65F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267908" y="5086350"/>
            <a:ext cx="2446465" cy="1178298"/>
          </a:xfrm>
        </p:spPr>
        <p:txBody>
          <a:bodyPr>
            <a:normAutofit/>
          </a:bodyPr>
          <a:lstStyle/>
          <a:p>
            <a:pPr algn="l"/>
            <a:endParaRPr lang="en-DK" sz="160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9413ED5-9ED4-4772-BCE4-2BCAE6B12E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3433973" y="-827233"/>
            <a:ext cx="1715478" cy="8583421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4357C93-F0CB-4A1C-8F77-4E90637898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2085" y="664308"/>
            <a:ext cx="8082632" cy="560034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A graph of a graph with numbers and lines&#10;&#10;AI-generated content may be incorrect.">
            <a:extLst>
              <a:ext uri="{FF2B5EF4-FFF2-40B4-BE49-F238E27FC236}">
                <a16:creationId xmlns:a16="http://schemas.microsoft.com/office/drawing/2014/main" id="{A6CB81B7-562E-7B7F-E2AC-4EB764712F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279" y="858525"/>
            <a:ext cx="7526221" cy="5211906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90F533E9-6690-41A8-A372-4C6C622D02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950447" y="3392097"/>
            <a:ext cx="1719072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25832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EA9CB8-1D90-AF0E-1459-17B8950E96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Modifying it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B2993EF1-70FD-8A7C-66E2-326D0E72142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072933" y="577593"/>
            <a:ext cx="6220924" cy="435133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25D0B5B-8EBF-E334-F301-F33F57CCF281}"/>
              </a:ext>
            </a:extLst>
          </p:cNvPr>
          <p:cNvSpPr txBox="1"/>
          <p:nvPr/>
        </p:nvSpPr>
        <p:spPr>
          <a:xfrm>
            <a:off x="4213654" y="5609968"/>
            <a:ext cx="572438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K" dirty="0"/>
              <a:t>Modify the vertical shift from O2 concentration by doing:</a:t>
            </a:r>
          </a:p>
          <a:p>
            <a:r>
              <a:rPr lang="en-GB" dirty="0"/>
              <a:t>y* = y – </a:t>
            </a:r>
            <a:r>
              <a:rPr lang="en-GB" i="1" dirty="0"/>
              <a:t>m</a:t>
            </a:r>
            <a:r>
              <a:rPr lang="en-GB" dirty="0"/>
              <a:t> * ln(y(O2))</a:t>
            </a: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13473584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6464D5-8C70-C7BA-22B0-6C90E7888F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4D06CA-7002-5EDD-606D-1E8F74D55B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Modifying it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64CF8440-11F0-77A8-8386-DCCF1EDFD31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/>
          <a:stretch/>
        </p:blipFill>
        <p:spPr>
          <a:xfrm>
            <a:off x="4072933" y="577593"/>
            <a:ext cx="6220924" cy="435133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B4ED95B-E076-377E-71EF-AB841AF24CC4}"/>
              </a:ext>
            </a:extLst>
          </p:cNvPr>
          <p:cNvSpPr txBox="1"/>
          <p:nvPr/>
        </p:nvSpPr>
        <p:spPr>
          <a:xfrm>
            <a:off x="4569469" y="5063431"/>
            <a:ext cx="657327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K" dirty="0"/>
              <a:t>Modify the vertical shift from O2 concentration by doing:</a:t>
            </a:r>
          </a:p>
          <a:p>
            <a:r>
              <a:rPr lang="en-GB" dirty="0"/>
              <a:t>y* = y – </a:t>
            </a:r>
            <a:r>
              <a:rPr lang="en-GB" i="1" dirty="0"/>
              <a:t>m</a:t>
            </a:r>
            <a:r>
              <a:rPr lang="en-GB" dirty="0"/>
              <a:t> * ln(y(O2))</a:t>
            </a:r>
          </a:p>
          <a:p>
            <a:endParaRPr lang="en-GB" dirty="0"/>
          </a:p>
          <a:p>
            <a:r>
              <a:rPr lang="en-GB" i="1" dirty="0"/>
              <a:t>a</a:t>
            </a:r>
            <a:r>
              <a:rPr lang="en-GB" dirty="0"/>
              <a:t>-range = 20% to 80% (Shown over mass conversion, not carbon)</a:t>
            </a:r>
            <a:endParaRPr lang="en-DK" i="1" dirty="0"/>
          </a:p>
        </p:txBody>
      </p:sp>
    </p:spTree>
    <p:extLst>
      <p:ext uri="{BB962C8B-B14F-4D97-AF65-F5344CB8AC3E}">
        <p14:creationId xmlns:p14="http://schemas.microsoft.com/office/powerpoint/2010/main" val="36216689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996AD4-8A3C-33B2-D22D-DEC6D1B8D0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6693" y="741391"/>
            <a:ext cx="3455821" cy="1616203"/>
          </a:xfrm>
        </p:spPr>
        <p:txBody>
          <a:bodyPr anchor="b">
            <a:normAutofit/>
          </a:bodyPr>
          <a:lstStyle/>
          <a:p>
            <a:r>
              <a:rPr lang="en-DK" sz="3200"/>
              <a:t>Simulating TG curve with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9E6308-0A5B-39A9-723D-2E60B05C26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76693" y="2533476"/>
            <a:ext cx="3455821" cy="3447832"/>
          </a:xfrm>
        </p:spPr>
        <p:txBody>
          <a:bodyPr anchor="t">
            <a:normAutofit/>
          </a:bodyPr>
          <a:lstStyle/>
          <a:p>
            <a:pPr lvl="1"/>
            <a:r>
              <a:rPr lang="en-GB" sz="2000" dirty="0"/>
              <a:t>Know rate, “simulate” alpha over same T and t window</a:t>
            </a:r>
          </a:p>
          <a:p>
            <a:pPr lvl="2"/>
            <a:r>
              <a:rPr lang="en-GB" sz="1600" dirty="0"/>
              <a:t>Da/dt = k(</a:t>
            </a:r>
            <a:r>
              <a:rPr lang="en-GB" sz="1600" dirty="0" err="1"/>
              <a:t>T,y</a:t>
            </a:r>
            <a:r>
              <a:rPr lang="en-GB" sz="1600" dirty="0"/>
              <a:t>(O2)) * (1-a)</a:t>
            </a:r>
          </a:p>
          <a:p>
            <a:pPr lvl="2"/>
            <a:r>
              <a:rPr lang="en-GB" sz="1600" dirty="0"/>
              <a:t>k = A * y(O2)^m * exp(-</a:t>
            </a:r>
            <a:r>
              <a:rPr lang="en-GB" sz="1600" dirty="0" err="1"/>
              <a:t>Ea</a:t>
            </a:r>
            <a:r>
              <a:rPr lang="en-GB" sz="1600" dirty="0"/>
              <a:t>/(R*T))</a:t>
            </a:r>
          </a:p>
          <a:p>
            <a:pPr marL="457200" lvl="1" indent="0">
              <a:buNone/>
            </a:pPr>
            <a:endParaRPr lang="en-DK" sz="20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59A4361-0C83-BA57-A997-59890091BA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7672" y="1101545"/>
            <a:ext cx="6389346" cy="4664220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6258F736-B256-8039-9DC6-F4E49A5C5A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12068638" y="0"/>
            <a:ext cx="123362" cy="6858000"/>
            <a:chOff x="12068638" y="0"/>
            <a:chExt cx="123362" cy="6858000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10B4520A-996E-330C-99DA-69CA4D89E9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EC8FA945-E356-695F-18D6-CAD4EF34FE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lumMod val="60000"/>
                    <a:lumOff val="40000"/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3742569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DB9DB9-396F-0E87-6D3E-474027044D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Remaining: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CAAD97-E61C-C93C-E93B-5947D173AB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DK" dirty="0"/>
              <a:t>BET Analysis of what didn’t work today &amp; tomorrow</a:t>
            </a:r>
          </a:p>
          <a:p>
            <a:r>
              <a:rPr lang="en-DK" dirty="0"/>
              <a:t>Have to coordinate with the people using Sif this week to run 225C + 250C isothermals with 5% and 10% O2. </a:t>
            </a:r>
            <a:r>
              <a:rPr lang="en-DK"/>
              <a:t>Figured out how to do multi-method ASC runs so can finish faster with weekends.</a:t>
            </a:r>
            <a:endParaRPr lang="en-DK" dirty="0"/>
          </a:p>
          <a:p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11112737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173</Words>
  <Application>Microsoft Macintosh PowerPoint</Application>
  <PresentationFormat>Widescreen</PresentationFormat>
  <Paragraphs>16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Last weeks presentation of data</vt:lpstr>
      <vt:lpstr>Modifying it</vt:lpstr>
      <vt:lpstr>Modifying it</vt:lpstr>
      <vt:lpstr>Simulating TG curve with data</vt:lpstr>
      <vt:lpstr>Remaining: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Cornelius Hedegaard Reetz</dc:creator>
  <cp:lastModifiedBy>Cornelius Hedegaard Reetz</cp:lastModifiedBy>
  <cp:revision>2</cp:revision>
  <dcterms:created xsi:type="dcterms:W3CDTF">2025-12-01T08:56:05Z</dcterms:created>
  <dcterms:modified xsi:type="dcterms:W3CDTF">2025-12-08T08:46:43Z</dcterms:modified>
</cp:coreProperties>
</file>