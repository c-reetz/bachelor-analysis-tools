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corneliusreetz/Desktop/DTU/Bachelor/Bachelor-Analysis-Tools/TG_Data/Sif%20Data/TG%20TEST%207%20.%20OXIDATION%20600C%205%25%20O2/ExpDat_BRF500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Sheet!$B$30:$B$422</c:f>
              <c:numCache>
                <c:formatCode>0.00000</c:formatCode>
                <c:ptCount val="393"/>
                <c:pt idx="0">
                  <c:v>0.5</c:v>
                </c:pt>
                <c:pt idx="1">
                  <c:v>1</c:v>
                </c:pt>
                <c:pt idx="2">
                  <c:v>1.5</c:v>
                </c:pt>
                <c:pt idx="3">
                  <c:v>2</c:v>
                </c:pt>
                <c:pt idx="4">
                  <c:v>2.5</c:v>
                </c:pt>
                <c:pt idx="5">
                  <c:v>3</c:v>
                </c:pt>
                <c:pt idx="6">
                  <c:v>3.5</c:v>
                </c:pt>
                <c:pt idx="7">
                  <c:v>4</c:v>
                </c:pt>
                <c:pt idx="8">
                  <c:v>4.5</c:v>
                </c:pt>
                <c:pt idx="9">
                  <c:v>5</c:v>
                </c:pt>
                <c:pt idx="10">
                  <c:v>5.5</c:v>
                </c:pt>
                <c:pt idx="11">
                  <c:v>6</c:v>
                </c:pt>
                <c:pt idx="12">
                  <c:v>6.5</c:v>
                </c:pt>
                <c:pt idx="13">
                  <c:v>7</c:v>
                </c:pt>
                <c:pt idx="14">
                  <c:v>7.5</c:v>
                </c:pt>
                <c:pt idx="15">
                  <c:v>8</c:v>
                </c:pt>
                <c:pt idx="16">
                  <c:v>8.5</c:v>
                </c:pt>
                <c:pt idx="17">
                  <c:v>9</c:v>
                </c:pt>
                <c:pt idx="18">
                  <c:v>9.5</c:v>
                </c:pt>
                <c:pt idx="19">
                  <c:v>10</c:v>
                </c:pt>
                <c:pt idx="20">
                  <c:v>10.5</c:v>
                </c:pt>
                <c:pt idx="21">
                  <c:v>11</c:v>
                </c:pt>
                <c:pt idx="22">
                  <c:v>11.5</c:v>
                </c:pt>
                <c:pt idx="23">
                  <c:v>12</c:v>
                </c:pt>
                <c:pt idx="24">
                  <c:v>12.5</c:v>
                </c:pt>
                <c:pt idx="25">
                  <c:v>13</c:v>
                </c:pt>
                <c:pt idx="26">
                  <c:v>13.5</c:v>
                </c:pt>
                <c:pt idx="27">
                  <c:v>14</c:v>
                </c:pt>
                <c:pt idx="28">
                  <c:v>14.5</c:v>
                </c:pt>
                <c:pt idx="29">
                  <c:v>15</c:v>
                </c:pt>
                <c:pt idx="30">
                  <c:v>15.5</c:v>
                </c:pt>
                <c:pt idx="31">
                  <c:v>16</c:v>
                </c:pt>
                <c:pt idx="32">
                  <c:v>16.5</c:v>
                </c:pt>
                <c:pt idx="33">
                  <c:v>17</c:v>
                </c:pt>
                <c:pt idx="34">
                  <c:v>17.5</c:v>
                </c:pt>
                <c:pt idx="35">
                  <c:v>18</c:v>
                </c:pt>
                <c:pt idx="36">
                  <c:v>18.5</c:v>
                </c:pt>
                <c:pt idx="37">
                  <c:v>19</c:v>
                </c:pt>
                <c:pt idx="38">
                  <c:v>19.5</c:v>
                </c:pt>
                <c:pt idx="39">
                  <c:v>20</c:v>
                </c:pt>
                <c:pt idx="40">
                  <c:v>20.5</c:v>
                </c:pt>
                <c:pt idx="41">
                  <c:v>21</c:v>
                </c:pt>
                <c:pt idx="42">
                  <c:v>21.5</c:v>
                </c:pt>
                <c:pt idx="43">
                  <c:v>22</c:v>
                </c:pt>
                <c:pt idx="44">
                  <c:v>22.5</c:v>
                </c:pt>
                <c:pt idx="45">
                  <c:v>23</c:v>
                </c:pt>
                <c:pt idx="46">
                  <c:v>23.5</c:v>
                </c:pt>
                <c:pt idx="47">
                  <c:v>24</c:v>
                </c:pt>
                <c:pt idx="48">
                  <c:v>24.5</c:v>
                </c:pt>
                <c:pt idx="49">
                  <c:v>25</c:v>
                </c:pt>
                <c:pt idx="50">
                  <c:v>25.5</c:v>
                </c:pt>
                <c:pt idx="51">
                  <c:v>26</c:v>
                </c:pt>
                <c:pt idx="52">
                  <c:v>26.5</c:v>
                </c:pt>
                <c:pt idx="53">
                  <c:v>27</c:v>
                </c:pt>
                <c:pt idx="54">
                  <c:v>27.5</c:v>
                </c:pt>
                <c:pt idx="55">
                  <c:v>28</c:v>
                </c:pt>
                <c:pt idx="56">
                  <c:v>28.5</c:v>
                </c:pt>
                <c:pt idx="57">
                  <c:v>29</c:v>
                </c:pt>
                <c:pt idx="58">
                  <c:v>29.5</c:v>
                </c:pt>
                <c:pt idx="59">
                  <c:v>30</c:v>
                </c:pt>
                <c:pt idx="60">
                  <c:v>30.5</c:v>
                </c:pt>
                <c:pt idx="61">
                  <c:v>31</c:v>
                </c:pt>
                <c:pt idx="62">
                  <c:v>31.5</c:v>
                </c:pt>
                <c:pt idx="63">
                  <c:v>32</c:v>
                </c:pt>
                <c:pt idx="64">
                  <c:v>32.5</c:v>
                </c:pt>
                <c:pt idx="65">
                  <c:v>33</c:v>
                </c:pt>
                <c:pt idx="66">
                  <c:v>33.5</c:v>
                </c:pt>
                <c:pt idx="67">
                  <c:v>34</c:v>
                </c:pt>
                <c:pt idx="68">
                  <c:v>34.5</c:v>
                </c:pt>
                <c:pt idx="69">
                  <c:v>35</c:v>
                </c:pt>
                <c:pt idx="70">
                  <c:v>35.5</c:v>
                </c:pt>
                <c:pt idx="71">
                  <c:v>36</c:v>
                </c:pt>
                <c:pt idx="72">
                  <c:v>36.5</c:v>
                </c:pt>
                <c:pt idx="73">
                  <c:v>37</c:v>
                </c:pt>
                <c:pt idx="74">
                  <c:v>37.5</c:v>
                </c:pt>
                <c:pt idx="75">
                  <c:v>38</c:v>
                </c:pt>
                <c:pt idx="76">
                  <c:v>38.5</c:v>
                </c:pt>
                <c:pt idx="77">
                  <c:v>39</c:v>
                </c:pt>
                <c:pt idx="78">
                  <c:v>39.5</c:v>
                </c:pt>
                <c:pt idx="79">
                  <c:v>40</c:v>
                </c:pt>
                <c:pt idx="80">
                  <c:v>40.5</c:v>
                </c:pt>
                <c:pt idx="81">
                  <c:v>41</c:v>
                </c:pt>
                <c:pt idx="82">
                  <c:v>41.5</c:v>
                </c:pt>
                <c:pt idx="83">
                  <c:v>42</c:v>
                </c:pt>
                <c:pt idx="84">
                  <c:v>42.5</c:v>
                </c:pt>
                <c:pt idx="85">
                  <c:v>43</c:v>
                </c:pt>
                <c:pt idx="86">
                  <c:v>43.5</c:v>
                </c:pt>
                <c:pt idx="87">
                  <c:v>44</c:v>
                </c:pt>
                <c:pt idx="88">
                  <c:v>44.5</c:v>
                </c:pt>
                <c:pt idx="89">
                  <c:v>45</c:v>
                </c:pt>
                <c:pt idx="90">
                  <c:v>45.5</c:v>
                </c:pt>
                <c:pt idx="91">
                  <c:v>46</c:v>
                </c:pt>
                <c:pt idx="92">
                  <c:v>46.5</c:v>
                </c:pt>
                <c:pt idx="93">
                  <c:v>47</c:v>
                </c:pt>
                <c:pt idx="94">
                  <c:v>47.5</c:v>
                </c:pt>
                <c:pt idx="95">
                  <c:v>48</c:v>
                </c:pt>
                <c:pt idx="96">
                  <c:v>48.5</c:v>
                </c:pt>
                <c:pt idx="97">
                  <c:v>49</c:v>
                </c:pt>
                <c:pt idx="98">
                  <c:v>49.5</c:v>
                </c:pt>
                <c:pt idx="99">
                  <c:v>50</c:v>
                </c:pt>
                <c:pt idx="100">
                  <c:v>50.5</c:v>
                </c:pt>
                <c:pt idx="101">
                  <c:v>51</c:v>
                </c:pt>
                <c:pt idx="102">
                  <c:v>51.5</c:v>
                </c:pt>
                <c:pt idx="103">
                  <c:v>52</c:v>
                </c:pt>
                <c:pt idx="104">
                  <c:v>52.5</c:v>
                </c:pt>
                <c:pt idx="105">
                  <c:v>53</c:v>
                </c:pt>
                <c:pt idx="106">
                  <c:v>53.5</c:v>
                </c:pt>
                <c:pt idx="107">
                  <c:v>54</c:v>
                </c:pt>
                <c:pt idx="108">
                  <c:v>54.5</c:v>
                </c:pt>
                <c:pt idx="109">
                  <c:v>55</c:v>
                </c:pt>
                <c:pt idx="110">
                  <c:v>55.5</c:v>
                </c:pt>
                <c:pt idx="111">
                  <c:v>56</c:v>
                </c:pt>
                <c:pt idx="112">
                  <c:v>56.5</c:v>
                </c:pt>
                <c:pt idx="113">
                  <c:v>57</c:v>
                </c:pt>
                <c:pt idx="114">
                  <c:v>57.5</c:v>
                </c:pt>
                <c:pt idx="115">
                  <c:v>58</c:v>
                </c:pt>
                <c:pt idx="116">
                  <c:v>58.5</c:v>
                </c:pt>
                <c:pt idx="117">
                  <c:v>59</c:v>
                </c:pt>
                <c:pt idx="118">
                  <c:v>59.5</c:v>
                </c:pt>
                <c:pt idx="119">
                  <c:v>60</c:v>
                </c:pt>
                <c:pt idx="120">
                  <c:v>60.5</c:v>
                </c:pt>
                <c:pt idx="121">
                  <c:v>61</c:v>
                </c:pt>
                <c:pt idx="122">
                  <c:v>61.5</c:v>
                </c:pt>
                <c:pt idx="123">
                  <c:v>62</c:v>
                </c:pt>
                <c:pt idx="124">
                  <c:v>62.5</c:v>
                </c:pt>
                <c:pt idx="125">
                  <c:v>63</c:v>
                </c:pt>
                <c:pt idx="126">
                  <c:v>63.5</c:v>
                </c:pt>
                <c:pt idx="127">
                  <c:v>64</c:v>
                </c:pt>
                <c:pt idx="128">
                  <c:v>64.5</c:v>
                </c:pt>
                <c:pt idx="129">
                  <c:v>65</c:v>
                </c:pt>
                <c:pt idx="130">
                  <c:v>65.5</c:v>
                </c:pt>
                <c:pt idx="131">
                  <c:v>66</c:v>
                </c:pt>
                <c:pt idx="132">
                  <c:v>66.5</c:v>
                </c:pt>
                <c:pt idx="133">
                  <c:v>67</c:v>
                </c:pt>
                <c:pt idx="134">
                  <c:v>67.5</c:v>
                </c:pt>
                <c:pt idx="135">
                  <c:v>68</c:v>
                </c:pt>
                <c:pt idx="136">
                  <c:v>68.5</c:v>
                </c:pt>
                <c:pt idx="137">
                  <c:v>69</c:v>
                </c:pt>
                <c:pt idx="138">
                  <c:v>69.5</c:v>
                </c:pt>
                <c:pt idx="139">
                  <c:v>70</c:v>
                </c:pt>
                <c:pt idx="140">
                  <c:v>70.5</c:v>
                </c:pt>
                <c:pt idx="141">
                  <c:v>71</c:v>
                </c:pt>
                <c:pt idx="142">
                  <c:v>71.5</c:v>
                </c:pt>
                <c:pt idx="143">
                  <c:v>72</c:v>
                </c:pt>
                <c:pt idx="144">
                  <c:v>72.5</c:v>
                </c:pt>
                <c:pt idx="145">
                  <c:v>73</c:v>
                </c:pt>
                <c:pt idx="146">
                  <c:v>73.5</c:v>
                </c:pt>
                <c:pt idx="147">
                  <c:v>74</c:v>
                </c:pt>
                <c:pt idx="148">
                  <c:v>74.5</c:v>
                </c:pt>
                <c:pt idx="149">
                  <c:v>75</c:v>
                </c:pt>
                <c:pt idx="150">
                  <c:v>75.5</c:v>
                </c:pt>
                <c:pt idx="151">
                  <c:v>76</c:v>
                </c:pt>
                <c:pt idx="152">
                  <c:v>76.5</c:v>
                </c:pt>
                <c:pt idx="153">
                  <c:v>77</c:v>
                </c:pt>
                <c:pt idx="154">
                  <c:v>77.5</c:v>
                </c:pt>
                <c:pt idx="155">
                  <c:v>78</c:v>
                </c:pt>
                <c:pt idx="156">
                  <c:v>78.5</c:v>
                </c:pt>
                <c:pt idx="157">
                  <c:v>79</c:v>
                </c:pt>
                <c:pt idx="158">
                  <c:v>79.5</c:v>
                </c:pt>
                <c:pt idx="159">
                  <c:v>80</c:v>
                </c:pt>
                <c:pt idx="160">
                  <c:v>80.5</c:v>
                </c:pt>
                <c:pt idx="161">
                  <c:v>81</c:v>
                </c:pt>
                <c:pt idx="162">
                  <c:v>81.5</c:v>
                </c:pt>
                <c:pt idx="163">
                  <c:v>82</c:v>
                </c:pt>
                <c:pt idx="164">
                  <c:v>82.5</c:v>
                </c:pt>
                <c:pt idx="165">
                  <c:v>83</c:v>
                </c:pt>
                <c:pt idx="166">
                  <c:v>83.5</c:v>
                </c:pt>
                <c:pt idx="167">
                  <c:v>84</c:v>
                </c:pt>
                <c:pt idx="168">
                  <c:v>84.5</c:v>
                </c:pt>
                <c:pt idx="169">
                  <c:v>85</c:v>
                </c:pt>
                <c:pt idx="170">
                  <c:v>85.5</c:v>
                </c:pt>
                <c:pt idx="171">
                  <c:v>86</c:v>
                </c:pt>
                <c:pt idx="172">
                  <c:v>86.5</c:v>
                </c:pt>
                <c:pt idx="173">
                  <c:v>87</c:v>
                </c:pt>
                <c:pt idx="174">
                  <c:v>87.5</c:v>
                </c:pt>
                <c:pt idx="175">
                  <c:v>88</c:v>
                </c:pt>
                <c:pt idx="176">
                  <c:v>88.5</c:v>
                </c:pt>
                <c:pt idx="177">
                  <c:v>89</c:v>
                </c:pt>
                <c:pt idx="178">
                  <c:v>89.5</c:v>
                </c:pt>
                <c:pt idx="179">
                  <c:v>90</c:v>
                </c:pt>
                <c:pt idx="180">
                  <c:v>90.5</c:v>
                </c:pt>
                <c:pt idx="181">
                  <c:v>91</c:v>
                </c:pt>
                <c:pt idx="182">
                  <c:v>91.5</c:v>
                </c:pt>
                <c:pt idx="183">
                  <c:v>92</c:v>
                </c:pt>
                <c:pt idx="184">
                  <c:v>92.5</c:v>
                </c:pt>
                <c:pt idx="185">
                  <c:v>93</c:v>
                </c:pt>
                <c:pt idx="186">
                  <c:v>93.5</c:v>
                </c:pt>
                <c:pt idx="187">
                  <c:v>94</c:v>
                </c:pt>
                <c:pt idx="188">
                  <c:v>94.5</c:v>
                </c:pt>
                <c:pt idx="189">
                  <c:v>95</c:v>
                </c:pt>
                <c:pt idx="190">
                  <c:v>95.5</c:v>
                </c:pt>
                <c:pt idx="191">
                  <c:v>96</c:v>
                </c:pt>
                <c:pt idx="192">
                  <c:v>96.5</c:v>
                </c:pt>
                <c:pt idx="193">
                  <c:v>97</c:v>
                </c:pt>
                <c:pt idx="194">
                  <c:v>97.5</c:v>
                </c:pt>
                <c:pt idx="195">
                  <c:v>98</c:v>
                </c:pt>
                <c:pt idx="196">
                  <c:v>98.5</c:v>
                </c:pt>
                <c:pt idx="197">
                  <c:v>99</c:v>
                </c:pt>
                <c:pt idx="198">
                  <c:v>99.5</c:v>
                </c:pt>
                <c:pt idx="199">
                  <c:v>100</c:v>
                </c:pt>
                <c:pt idx="200">
                  <c:v>100.5</c:v>
                </c:pt>
                <c:pt idx="201">
                  <c:v>101</c:v>
                </c:pt>
                <c:pt idx="202">
                  <c:v>101.5</c:v>
                </c:pt>
                <c:pt idx="203">
                  <c:v>102</c:v>
                </c:pt>
                <c:pt idx="204">
                  <c:v>102.5</c:v>
                </c:pt>
                <c:pt idx="205">
                  <c:v>103</c:v>
                </c:pt>
                <c:pt idx="206">
                  <c:v>103.5</c:v>
                </c:pt>
                <c:pt idx="207">
                  <c:v>104</c:v>
                </c:pt>
                <c:pt idx="208">
                  <c:v>104.5</c:v>
                </c:pt>
                <c:pt idx="209">
                  <c:v>105</c:v>
                </c:pt>
                <c:pt idx="210">
                  <c:v>105.5</c:v>
                </c:pt>
                <c:pt idx="211">
                  <c:v>106</c:v>
                </c:pt>
                <c:pt idx="212">
                  <c:v>106.5</c:v>
                </c:pt>
                <c:pt idx="213">
                  <c:v>107</c:v>
                </c:pt>
                <c:pt idx="214">
                  <c:v>107.5</c:v>
                </c:pt>
                <c:pt idx="215">
                  <c:v>108</c:v>
                </c:pt>
                <c:pt idx="216">
                  <c:v>108.5</c:v>
                </c:pt>
                <c:pt idx="217">
                  <c:v>109</c:v>
                </c:pt>
                <c:pt idx="218">
                  <c:v>109.5</c:v>
                </c:pt>
                <c:pt idx="219">
                  <c:v>110</c:v>
                </c:pt>
                <c:pt idx="220">
                  <c:v>110.5</c:v>
                </c:pt>
                <c:pt idx="221">
                  <c:v>111</c:v>
                </c:pt>
                <c:pt idx="222">
                  <c:v>111.5</c:v>
                </c:pt>
                <c:pt idx="223">
                  <c:v>112</c:v>
                </c:pt>
                <c:pt idx="224">
                  <c:v>112.5</c:v>
                </c:pt>
                <c:pt idx="225">
                  <c:v>113</c:v>
                </c:pt>
                <c:pt idx="226">
                  <c:v>113.5</c:v>
                </c:pt>
                <c:pt idx="227">
                  <c:v>114</c:v>
                </c:pt>
                <c:pt idx="228">
                  <c:v>114.5</c:v>
                </c:pt>
                <c:pt idx="229">
                  <c:v>115</c:v>
                </c:pt>
                <c:pt idx="230">
                  <c:v>115.5</c:v>
                </c:pt>
                <c:pt idx="231">
                  <c:v>116</c:v>
                </c:pt>
                <c:pt idx="232">
                  <c:v>116.5</c:v>
                </c:pt>
                <c:pt idx="233">
                  <c:v>117</c:v>
                </c:pt>
                <c:pt idx="234">
                  <c:v>117.5</c:v>
                </c:pt>
                <c:pt idx="235">
                  <c:v>118</c:v>
                </c:pt>
                <c:pt idx="236">
                  <c:v>118.5</c:v>
                </c:pt>
                <c:pt idx="237">
                  <c:v>119</c:v>
                </c:pt>
                <c:pt idx="238">
                  <c:v>119.5</c:v>
                </c:pt>
                <c:pt idx="239">
                  <c:v>120</c:v>
                </c:pt>
                <c:pt idx="240">
                  <c:v>120.5</c:v>
                </c:pt>
                <c:pt idx="241">
                  <c:v>121</c:v>
                </c:pt>
                <c:pt idx="242">
                  <c:v>121.5</c:v>
                </c:pt>
                <c:pt idx="243">
                  <c:v>122</c:v>
                </c:pt>
                <c:pt idx="244">
                  <c:v>122.5</c:v>
                </c:pt>
                <c:pt idx="245">
                  <c:v>123</c:v>
                </c:pt>
                <c:pt idx="246">
                  <c:v>123.5</c:v>
                </c:pt>
                <c:pt idx="247">
                  <c:v>124</c:v>
                </c:pt>
                <c:pt idx="248">
                  <c:v>124.5</c:v>
                </c:pt>
                <c:pt idx="249">
                  <c:v>125</c:v>
                </c:pt>
                <c:pt idx="250">
                  <c:v>125.5</c:v>
                </c:pt>
                <c:pt idx="251">
                  <c:v>126</c:v>
                </c:pt>
                <c:pt idx="252">
                  <c:v>126.5</c:v>
                </c:pt>
                <c:pt idx="253">
                  <c:v>127</c:v>
                </c:pt>
                <c:pt idx="254">
                  <c:v>127.5</c:v>
                </c:pt>
                <c:pt idx="255">
                  <c:v>128</c:v>
                </c:pt>
                <c:pt idx="256">
                  <c:v>128.5</c:v>
                </c:pt>
                <c:pt idx="257">
                  <c:v>129</c:v>
                </c:pt>
                <c:pt idx="258">
                  <c:v>129.5</c:v>
                </c:pt>
                <c:pt idx="259">
                  <c:v>130</c:v>
                </c:pt>
                <c:pt idx="260">
                  <c:v>130.5</c:v>
                </c:pt>
                <c:pt idx="261">
                  <c:v>131</c:v>
                </c:pt>
                <c:pt idx="262">
                  <c:v>131.5</c:v>
                </c:pt>
                <c:pt idx="263">
                  <c:v>132</c:v>
                </c:pt>
                <c:pt idx="264">
                  <c:v>132.5</c:v>
                </c:pt>
                <c:pt idx="265">
                  <c:v>133</c:v>
                </c:pt>
                <c:pt idx="266">
                  <c:v>133.5</c:v>
                </c:pt>
                <c:pt idx="267">
                  <c:v>134</c:v>
                </c:pt>
                <c:pt idx="268">
                  <c:v>134.5</c:v>
                </c:pt>
                <c:pt idx="269">
                  <c:v>135</c:v>
                </c:pt>
                <c:pt idx="270">
                  <c:v>135.5</c:v>
                </c:pt>
                <c:pt idx="271">
                  <c:v>136</c:v>
                </c:pt>
                <c:pt idx="272">
                  <c:v>136.5</c:v>
                </c:pt>
                <c:pt idx="273">
                  <c:v>137</c:v>
                </c:pt>
                <c:pt idx="274">
                  <c:v>137.5</c:v>
                </c:pt>
                <c:pt idx="275">
                  <c:v>138</c:v>
                </c:pt>
                <c:pt idx="276">
                  <c:v>138.5</c:v>
                </c:pt>
                <c:pt idx="277">
                  <c:v>139</c:v>
                </c:pt>
                <c:pt idx="278">
                  <c:v>139.5</c:v>
                </c:pt>
                <c:pt idx="279">
                  <c:v>140</c:v>
                </c:pt>
                <c:pt idx="280">
                  <c:v>140.5</c:v>
                </c:pt>
                <c:pt idx="281">
                  <c:v>141</c:v>
                </c:pt>
                <c:pt idx="282">
                  <c:v>141.5</c:v>
                </c:pt>
                <c:pt idx="283">
                  <c:v>142</c:v>
                </c:pt>
                <c:pt idx="284">
                  <c:v>142.5</c:v>
                </c:pt>
                <c:pt idx="285">
                  <c:v>143</c:v>
                </c:pt>
                <c:pt idx="286">
                  <c:v>143.5</c:v>
                </c:pt>
                <c:pt idx="287">
                  <c:v>144</c:v>
                </c:pt>
                <c:pt idx="288">
                  <c:v>144.5</c:v>
                </c:pt>
                <c:pt idx="289">
                  <c:v>145</c:v>
                </c:pt>
                <c:pt idx="290">
                  <c:v>145.5</c:v>
                </c:pt>
                <c:pt idx="291">
                  <c:v>146</c:v>
                </c:pt>
                <c:pt idx="292">
                  <c:v>146.5</c:v>
                </c:pt>
                <c:pt idx="293">
                  <c:v>147</c:v>
                </c:pt>
                <c:pt idx="294">
                  <c:v>147.5</c:v>
                </c:pt>
                <c:pt idx="295">
                  <c:v>148</c:v>
                </c:pt>
                <c:pt idx="296">
                  <c:v>148.5</c:v>
                </c:pt>
                <c:pt idx="297">
                  <c:v>149</c:v>
                </c:pt>
                <c:pt idx="298">
                  <c:v>149.5</c:v>
                </c:pt>
                <c:pt idx="299">
                  <c:v>150</c:v>
                </c:pt>
                <c:pt idx="300">
                  <c:v>150.5</c:v>
                </c:pt>
                <c:pt idx="301">
                  <c:v>151</c:v>
                </c:pt>
                <c:pt idx="302">
                  <c:v>151.5</c:v>
                </c:pt>
                <c:pt idx="303">
                  <c:v>152</c:v>
                </c:pt>
                <c:pt idx="304">
                  <c:v>152.5</c:v>
                </c:pt>
                <c:pt idx="305">
                  <c:v>153</c:v>
                </c:pt>
                <c:pt idx="306">
                  <c:v>153.5</c:v>
                </c:pt>
                <c:pt idx="307">
                  <c:v>154</c:v>
                </c:pt>
                <c:pt idx="308">
                  <c:v>154.5</c:v>
                </c:pt>
                <c:pt idx="309">
                  <c:v>155</c:v>
                </c:pt>
                <c:pt idx="310">
                  <c:v>155.5</c:v>
                </c:pt>
                <c:pt idx="311">
                  <c:v>156</c:v>
                </c:pt>
                <c:pt idx="312">
                  <c:v>156.5</c:v>
                </c:pt>
                <c:pt idx="313">
                  <c:v>157</c:v>
                </c:pt>
                <c:pt idx="314">
                  <c:v>157.5</c:v>
                </c:pt>
                <c:pt idx="315">
                  <c:v>158</c:v>
                </c:pt>
                <c:pt idx="316">
                  <c:v>158.5</c:v>
                </c:pt>
                <c:pt idx="317">
                  <c:v>159</c:v>
                </c:pt>
                <c:pt idx="318">
                  <c:v>159.5</c:v>
                </c:pt>
                <c:pt idx="319">
                  <c:v>160</c:v>
                </c:pt>
                <c:pt idx="320">
                  <c:v>160.5</c:v>
                </c:pt>
                <c:pt idx="321">
                  <c:v>161</c:v>
                </c:pt>
                <c:pt idx="322">
                  <c:v>161.5</c:v>
                </c:pt>
                <c:pt idx="323">
                  <c:v>162</c:v>
                </c:pt>
                <c:pt idx="324">
                  <c:v>162.5</c:v>
                </c:pt>
                <c:pt idx="325">
                  <c:v>163</c:v>
                </c:pt>
                <c:pt idx="326">
                  <c:v>163.5</c:v>
                </c:pt>
                <c:pt idx="327">
                  <c:v>164</c:v>
                </c:pt>
                <c:pt idx="328">
                  <c:v>164.5</c:v>
                </c:pt>
                <c:pt idx="329">
                  <c:v>165</c:v>
                </c:pt>
                <c:pt idx="330">
                  <c:v>165.5</c:v>
                </c:pt>
                <c:pt idx="331">
                  <c:v>166</c:v>
                </c:pt>
                <c:pt idx="332">
                  <c:v>166.5</c:v>
                </c:pt>
                <c:pt idx="333">
                  <c:v>167</c:v>
                </c:pt>
                <c:pt idx="334">
                  <c:v>167.5</c:v>
                </c:pt>
                <c:pt idx="335">
                  <c:v>168</c:v>
                </c:pt>
                <c:pt idx="336">
                  <c:v>168.5</c:v>
                </c:pt>
                <c:pt idx="337">
                  <c:v>169</c:v>
                </c:pt>
                <c:pt idx="338">
                  <c:v>169.5</c:v>
                </c:pt>
                <c:pt idx="339">
                  <c:v>170</c:v>
                </c:pt>
                <c:pt idx="340">
                  <c:v>170.5</c:v>
                </c:pt>
                <c:pt idx="341">
                  <c:v>171</c:v>
                </c:pt>
                <c:pt idx="342">
                  <c:v>171.5</c:v>
                </c:pt>
                <c:pt idx="343">
                  <c:v>172</c:v>
                </c:pt>
                <c:pt idx="344">
                  <c:v>172.5</c:v>
                </c:pt>
                <c:pt idx="345">
                  <c:v>173</c:v>
                </c:pt>
                <c:pt idx="346">
                  <c:v>173.5</c:v>
                </c:pt>
                <c:pt idx="347">
                  <c:v>174</c:v>
                </c:pt>
                <c:pt idx="348">
                  <c:v>174.5</c:v>
                </c:pt>
                <c:pt idx="349">
                  <c:v>175</c:v>
                </c:pt>
                <c:pt idx="350">
                  <c:v>175.5</c:v>
                </c:pt>
                <c:pt idx="351">
                  <c:v>176</c:v>
                </c:pt>
                <c:pt idx="352">
                  <c:v>176.5</c:v>
                </c:pt>
                <c:pt idx="353">
                  <c:v>177</c:v>
                </c:pt>
                <c:pt idx="354">
                  <c:v>177.5</c:v>
                </c:pt>
                <c:pt idx="355">
                  <c:v>178</c:v>
                </c:pt>
                <c:pt idx="356">
                  <c:v>178.5</c:v>
                </c:pt>
                <c:pt idx="357">
                  <c:v>179</c:v>
                </c:pt>
                <c:pt idx="358">
                  <c:v>179.5</c:v>
                </c:pt>
                <c:pt idx="359">
                  <c:v>180</c:v>
                </c:pt>
                <c:pt idx="360">
                  <c:v>180.5</c:v>
                </c:pt>
                <c:pt idx="361">
                  <c:v>181</c:v>
                </c:pt>
                <c:pt idx="362">
                  <c:v>181.5</c:v>
                </c:pt>
                <c:pt idx="363">
                  <c:v>182</c:v>
                </c:pt>
                <c:pt idx="364">
                  <c:v>182.5</c:v>
                </c:pt>
                <c:pt idx="365">
                  <c:v>183</c:v>
                </c:pt>
                <c:pt idx="366">
                  <c:v>183.5</c:v>
                </c:pt>
                <c:pt idx="367">
                  <c:v>184</c:v>
                </c:pt>
                <c:pt idx="368">
                  <c:v>184.5</c:v>
                </c:pt>
                <c:pt idx="369">
                  <c:v>185</c:v>
                </c:pt>
                <c:pt idx="370">
                  <c:v>185.5</c:v>
                </c:pt>
                <c:pt idx="371">
                  <c:v>186</c:v>
                </c:pt>
                <c:pt idx="372">
                  <c:v>186.5</c:v>
                </c:pt>
                <c:pt idx="373">
                  <c:v>187</c:v>
                </c:pt>
                <c:pt idx="374">
                  <c:v>187.5</c:v>
                </c:pt>
                <c:pt idx="375">
                  <c:v>188</c:v>
                </c:pt>
                <c:pt idx="376">
                  <c:v>188.5</c:v>
                </c:pt>
                <c:pt idx="377">
                  <c:v>189</c:v>
                </c:pt>
                <c:pt idx="378">
                  <c:v>189.5</c:v>
                </c:pt>
                <c:pt idx="379">
                  <c:v>190</c:v>
                </c:pt>
                <c:pt idx="380">
                  <c:v>190.5</c:v>
                </c:pt>
                <c:pt idx="381">
                  <c:v>191</c:v>
                </c:pt>
                <c:pt idx="382">
                  <c:v>191.5</c:v>
                </c:pt>
                <c:pt idx="383">
                  <c:v>192</c:v>
                </c:pt>
                <c:pt idx="384">
                  <c:v>192.5</c:v>
                </c:pt>
                <c:pt idx="385">
                  <c:v>193</c:v>
                </c:pt>
                <c:pt idx="386">
                  <c:v>193.5</c:v>
                </c:pt>
                <c:pt idx="387">
                  <c:v>194</c:v>
                </c:pt>
                <c:pt idx="388">
                  <c:v>194.5</c:v>
                </c:pt>
                <c:pt idx="389">
                  <c:v>195</c:v>
                </c:pt>
                <c:pt idx="390">
                  <c:v>195.5</c:v>
                </c:pt>
                <c:pt idx="391">
                  <c:v>196</c:v>
                </c:pt>
                <c:pt idx="392">
                  <c:v>196.5</c:v>
                </c:pt>
              </c:numCache>
            </c:numRef>
          </c:cat>
          <c:val>
            <c:numRef>
              <c:f>Sheet!$C$30:$C$422</c:f>
              <c:numCache>
                <c:formatCode>0.00000</c:formatCode>
                <c:ptCount val="393"/>
                <c:pt idx="0">
                  <c:v>1.2063900000000001</c:v>
                </c:pt>
                <c:pt idx="1">
                  <c:v>-35.589829999999999</c:v>
                </c:pt>
                <c:pt idx="2">
                  <c:v>-1.4757899999999999</c:v>
                </c:pt>
                <c:pt idx="3">
                  <c:v>-13.114140000000001</c:v>
                </c:pt>
                <c:pt idx="4">
                  <c:v>6.9125300000000003</c:v>
                </c:pt>
                <c:pt idx="5">
                  <c:v>32.240259999999999</c:v>
                </c:pt>
                <c:pt idx="6">
                  <c:v>47.677529999999997</c:v>
                </c:pt>
                <c:pt idx="7">
                  <c:v>54.678510000000003</c:v>
                </c:pt>
                <c:pt idx="8">
                  <c:v>57.955199999999998</c:v>
                </c:pt>
                <c:pt idx="9">
                  <c:v>31.816210000000002</c:v>
                </c:pt>
                <c:pt idx="10">
                  <c:v>27.774920000000002</c:v>
                </c:pt>
                <c:pt idx="11">
                  <c:v>25.845330000000001</c:v>
                </c:pt>
                <c:pt idx="12">
                  <c:v>24.349930000000001</c:v>
                </c:pt>
                <c:pt idx="13">
                  <c:v>30.547550000000001</c:v>
                </c:pt>
                <c:pt idx="14">
                  <c:v>7.7426500000000003</c:v>
                </c:pt>
                <c:pt idx="15">
                  <c:v>0.57411000000000001</c:v>
                </c:pt>
                <c:pt idx="16">
                  <c:v>2.1103100000000001</c:v>
                </c:pt>
                <c:pt idx="17">
                  <c:v>-0.16721</c:v>
                </c:pt>
                <c:pt idx="18">
                  <c:v>-2.33725</c:v>
                </c:pt>
                <c:pt idx="19">
                  <c:v>-3.1584099999999999</c:v>
                </c:pt>
                <c:pt idx="20">
                  <c:v>-1.7255799999999999</c:v>
                </c:pt>
                <c:pt idx="21">
                  <c:v>1.9294</c:v>
                </c:pt>
                <c:pt idx="22">
                  <c:v>5.2459300000000004</c:v>
                </c:pt>
                <c:pt idx="23">
                  <c:v>7.2441800000000001</c:v>
                </c:pt>
                <c:pt idx="24">
                  <c:v>5.7258199999999997</c:v>
                </c:pt>
                <c:pt idx="25">
                  <c:v>1.97045</c:v>
                </c:pt>
                <c:pt idx="26">
                  <c:v>-1.4484699999999999</c:v>
                </c:pt>
                <c:pt idx="27">
                  <c:v>-1.97153</c:v>
                </c:pt>
                <c:pt idx="28">
                  <c:v>-0.35465000000000002</c:v>
                </c:pt>
                <c:pt idx="29">
                  <c:v>1.77159</c:v>
                </c:pt>
                <c:pt idx="30">
                  <c:v>3.7257699999999998</c:v>
                </c:pt>
                <c:pt idx="31">
                  <c:v>5.3246099999999998</c:v>
                </c:pt>
                <c:pt idx="32">
                  <c:v>1.9936700000000001</c:v>
                </c:pt>
                <c:pt idx="33">
                  <c:v>-1.2829699999999999</c:v>
                </c:pt>
                <c:pt idx="34">
                  <c:v>-3.7522199999999999</c:v>
                </c:pt>
                <c:pt idx="35">
                  <c:v>-7.24343</c:v>
                </c:pt>
                <c:pt idx="36">
                  <c:v>-2.9425300000000001</c:v>
                </c:pt>
                <c:pt idx="37">
                  <c:v>-0.32552999999999999</c:v>
                </c:pt>
                <c:pt idx="38">
                  <c:v>2.04345</c:v>
                </c:pt>
                <c:pt idx="39">
                  <c:v>0.77317999999999998</c:v>
                </c:pt>
                <c:pt idx="40">
                  <c:v>-3.55586</c:v>
                </c:pt>
                <c:pt idx="41">
                  <c:v>-7.7181199999999999</c:v>
                </c:pt>
                <c:pt idx="42">
                  <c:v>-8.1886600000000005</c:v>
                </c:pt>
                <c:pt idx="43">
                  <c:v>-6.4934599999999998</c:v>
                </c:pt>
                <c:pt idx="44">
                  <c:v>-2.7587899999999999</c:v>
                </c:pt>
                <c:pt idx="45">
                  <c:v>0.43808999999999998</c:v>
                </c:pt>
                <c:pt idx="46">
                  <c:v>2.4670999999999998</c:v>
                </c:pt>
                <c:pt idx="47">
                  <c:v>-1.54955</c:v>
                </c:pt>
                <c:pt idx="48">
                  <c:v>-3.0629300000000002</c:v>
                </c:pt>
                <c:pt idx="49">
                  <c:v>-9.6150699999999993</c:v>
                </c:pt>
                <c:pt idx="50">
                  <c:v>-8.4843100000000007</c:v>
                </c:pt>
                <c:pt idx="51">
                  <c:v>-4.4405099999999997</c:v>
                </c:pt>
                <c:pt idx="52">
                  <c:v>-0.41370000000000001</c:v>
                </c:pt>
                <c:pt idx="53">
                  <c:v>1.8142199999999999</c:v>
                </c:pt>
                <c:pt idx="54">
                  <c:v>0.41776999999999997</c:v>
                </c:pt>
                <c:pt idx="55">
                  <c:v>-3.5622500000000001</c:v>
                </c:pt>
                <c:pt idx="56">
                  <c:v>-8.1078899999999994</c:v>
                </c:pt>
                <c:pt idx="57">
                  <c:v>-9.5527300000000004</c:v>
                </c:pt>
                <c:pt idx="58">
                  <c:v>-6.3723299999999998</c:v>
                </c:pt>
                <c:pt idx="59">
                  <c:v>-2.5012699999999999</c:v>
                </c:pt>
                <c:pt idx="60">
                  <c:v>2.1594199999999999</c:v>
                </c:pt>
                <c:pt idx="61">
                  <c:v>2.60141</c:v>
                </c:pt>
                <c:pt idx="62">
                  <c:v>-1.39507</c:v>
                </c:pt>
                <c:pt idx="63">
                  <c:v>-1.3009900000000001</c:v>
                </c:pt>
                <c:pt idx="64">
                  <c:v>-6.2353100000000001</c:v>
                </c:pt>
                <c:pt idx="65">
                  <c:v>-38.813809999999997</c:v>
                </c:pt>
                <c:pt idx="66">
                  <c:v>-48.813839999999999</c:v>
                </c:pt>
                <c:pt idx="67">
                  <c:v>-9.0450300000000006</c:v>
                </c:pt>
                <c:pt idx="68">
                  <c:v>-1.65432</c:v>
                </c:pt>
                <c:pt idx="69">
                  <c:v>-19.064240000000002</c:v>
                </c:pt>
                <c:pt idx="70">
                  <c:v>-22.652709999999999</c:v>
                </c:pt>
                <c:pt idx="71">
                  <c:v>-2.1568800000000001</c:v>
                </c:pt>
                <c:pt idx="72">
                  <c:v>-14.88852</c:v>
                </c:pt>
                <c:pt idx="73">
                  <c:v>-13.558009999999999</c:v>
                </c:pt>
                <c:pt idx="74">
                  <c:v>-6.1625100000000002</c:v>
                </c:pt>
                <c:pt idx="75">
                  <c:v>-9.7501599999999993</c:v>
                </c:pt>
                <c:pt idx="76">
                  <c:v>6.7753199999999998</c:v>
                </c:pt>
                <c:pt idx="77">
                  <c:v>7.6085900000000004</c:v>
                </c:pt>
                <c:pt idx="78">
                  <c:v>9.2957400000000003</c:v>
                </c:pt>
                <c:pt idx="79">
                  <c:v>-7.8949400000000001</c:v>
                </c:pt>
                <c:pt idx="80">
                  <c:v>-5.7316200000000004</c:v>
                </c:pt>
                <c:pt idx="81">
                  <c:v>-1.2722899999999999</c:v>
                </c:pt>
                <c:pt idx="82">
                  <c:v>-0.12792000000000001</c:v>
                </c:pt>
                <c:pt idx="83">
                  <c:v>-29.91893</c:v>
                </c:pt>
                <c:pt idx="84">
                  <c:v>-30.692599999999999</c:v>
                </c:pt>
                <c:pt idx="85">
                  <c:v>-23.441230000000001</c:v>
                </c:pt>
                <c:pt idx="86">
                  <c:v>-21.395430000000001</c:v>
                </c:pt>
                <c:pt idx="87">
                  <c:v>-23.889939999999999</c:v>
                </c:pt>
                <c:pt idx="88">
                  <c:v>-23.280919999999998</c:v>
                </c:pt>
                <c:pt idx="89">
                  <c:v>-23.171620000000001</c:v>
                </c:pt>
                <c:pt idx="90">
                  <c:v>-21.71143</c:v>
                </c:pt>
                <c:pt idx="91">
                  <c:v>-16.544039999999999</c:v>
                </c:pt>
                <c:pt idx="92">
                  <c:v>-21.75911</c:v>
                </c:pt>
                <c:pt idx="93">
                  <c:v>-20.65624</c:v>
                </c:pt>
                <c:pt idx="94">
                  <c:v>3.3201100000000001</c:v>
                </c:pt>
                <c:pt idx="95">
                  <c:v>-2.0232000000000001</c:v>
                </c:pt>
                <c:pt idx="96">
                  <c:v>0.56581000000000004</c:v>
                </c:pt>
                <c:pt idx="97">
                  <c:v>-0.22517999999999999</c:v>
                </c:pt>
                <c:pt idx="98">
                  <c:v>0.2616</c:v>
                </c:pt>
                <c:pt idx="99">
                  <c:v>-1.2099299999999999</c:v>
                </c:pt>
                <c:pt idx="100">
                  <c:v>-2.8929299999999998</c:v>
                </c:pt>
                <c:pt idx="101">
                  <c:v>6.2489100000000004</c:v>
                </c:pt>
                <c:pt idx="102">
                  <c:v>-4.1182299999999996</c:v>
                </c:pt>
                <c:pt idx="103">
                  <c:v>-3.30707</c:v>
                </c:pt>
                <c:pt idx="104">
                  <c:v>11.867749999999999</c:v>
                </c:pt>
                <c:pt idx="105">
                  <c:v>-4.4931299999999998</c:v>
                </c:pt>
                <c:pt idx="106">
                  <c:v>-4.1058000000000003</c:v>
                </c:pt>
                <c:pt idx="107">
                  <c:v>3.6894100000000001</c:v>
                </c:pt>
                <c:pt idx="108">
                  <c:v>7.3179999999999996</c:v>
                </c:pt>
                <c:pt idx="109">
                  <c:v>5.7221399999999996</c:v>
                </c:pt>
                <c:pt idx="110">
                  <c:v>0.17560000000000001</c:v>
                </c:pt>
                <c:pt idx="111">
                  <c:v>-9.4909800000000004</c:v>
                </c:pt>
                <c:pt idx="112">
                  <c:v>-0.73558000000000001</c:v>
                </c:pt>
                <c:pt idx="113">
                  <c:v>-8.2864799999999992</c:v>
                </c:pt>
                <c:pt idx="114">
                  <c:v>-5.8063500000000001</c:v>
                </c:pt>
                <c:pt idx="115">
                  <c:v>2.9054600000000002</c:v>
                </c:pt>
                <c:pt idx="116">
                  <c:v>2.8614999999999999</c:v>
                </c:pt>
                <c:pt idx="117">
                  <c:v>0.19434999999999999</c:v>
                </c:pt>
                <c:pt idx="118">
                  <c:v>-10.82694</c:v>
                </c:pt>
                <c:pt idx="119">
                  <c:v>-12.45899</c:v>
                </c:pt>
                <c:pt idx="120">
                  <c:v>-1.99336</c:v>
                </c:pt>
                <c:pt idx="121">
                  <c:v>-6.3811400000000003</c:v>
                </c:pt>
                <c:pt idx="122">
                  <c:v>-0.16558</c:v>
                </c:pt>
                <c:pt idx="123">
                  <c:v>-5.6241899999999996</c:v>
                </c:pt>
                <c:pt idx="124">
                  <c:v>-4.6581599999999996</c:v>
                </c:pt>
                <c:pt idx="125">
                  <c:v>-1.09398</c:v>
                </c:pt>
                <c:pt idx="126">
                  <c:v>2.3796599999999999</c:v>
                </c:pt>
                <c:pt idx="127">
                  <c:v>-1.96668</c:v>
                </c:pt>
                <c:pt idx="128">
                  <c:v>-10.86679</c:v>
                </c:pt>
                <c:pt idx="129">
                  <c:v>-4.1632699999999998</c:v>
                </c:pt>
                <c:pt idx="130">
                  <c:v>-6.60032</c:v>
                </c:pt>
                <c:pt idx="131">
                  <c:v>9.8621800000000004</c:v>
                </c:pt>
                <c:pt idx="132">
                  <c:v>-1.7166999999999999</c:v>
                </c:pt>
                <c:pt idx="133">
                  <c:v>20.04156</c:v>
                </c:pt>
                <c:pt idx="134">
                  <c:v>1.94546</c:v>
                </c:pt>
                <c:pt idx="135">
                  <c:v>-5.6537300000000004</c:v>
                </c:pt>
                <c:pt idx="136">
                  <c:v>-8.4441900000000008</c:v>
                </c:pt>
                <c:pt idx="137">
                  <c:v>4.2321200000000001</c:v>
                </c:pt>
                <c:pt idx="138">
                  <c:v>2.5953599999999999</c:v>
                </c:pt>
                <c:pt idx="139">
                  <c:v>-1.0336000000000001</c:v>
                </c:pt>
                <c:pt idx="140">
                  <c:v>-3.2513999999999998</c:v>
                </c:pt>
                <c:pt idx="141">
                  <c:v>2.8185699999999998</c:v>
                </c:pt>
                <c:pt idx="142">
                  <c:v>13.65593</c:v>
                </c:pt>
                <c:pt idx="143">
                  <c:v>10.142760000000001</c:v>
                </c:pt>
                <c:pt idx="144">
                  <c:v>-5.0545499999999999</c:v>
                </c:pt>
                <c:pt idx="145">
                  <c:v>10.84695</c:v>
                </c:pt>
                <c:pt idx="146">
                  <c:v>1.27837</c:v>
                </c:pt>
                <c:pt idx="147">
                  <c:v>-5.5524100000000001</c:v>
                </c:pt>
                <c:pt idx="148">
                  <c:v>3.3526799999999999</c:v>
                </c:pt>
                <c:pt idx="149">
                  <c:v>4.6699799999999998</c:v>
                </c:pt>
                <c:pt idx="150">
                  <c:v>0.41696</c:v>
                </c:pt>
                <c:pt idx="151">
                  <c:v>-0.88593999999999995</c:v>
                </c:pt>
                <c:pt idx="152">
                  <c:v>-2.3788900000000002</c:v>
                </c:pt>
                <c:pt idx="153">
                  <c:v>4.2572599999999996</c:v>
                </c:pt>
                <c:pt idx="154">
                  <c:v>-7.3787900000000004</c:v>
                </c:pt>
                <c:pt idx="155">
                  <c:v>-1.5166200000000001</c:v>
                </c:pt>
                <c:pt idx="156">
                  <c:v>4.5640900000000002</c:v>
                </c:pt>
                <c:pt idx="157">
                  <c:v>-4.1783799999999998</c:v>
                </c:pt>
                <c:pt idx="158">
                  <c:v>0.83355000000000001</c:v>
                </c:pt>
                <c:pt idx="159">
                  <c:v>-1.6896100000000001</c:v>
                </c:pt>
                <c:pt idx="160">
                  <c:v>-5.3019699999999998</c:v>
                </c:pt>
                <c:pt idx="161">
                  <c:v>-8.7262500000000003</c:v>
                </c:pt>
                <c:pt idx="162">
                  <c:v>0.20633000000000001</c:v>
                </c:pt>
                <c:pt idx="163">
                  <c:v>3.72912</c:v>
                </c:pt>
                <c:pt idx="164">
                  <c:v>1.7376499999999999</c:v>
                </c:pt>
                <c:pt idx="165">
                  <c:v>3.4466199999999998</c:v>
                </c:pt>
                <c:pt idx="166">
                  <c:v>-0.13711000000000001</c:v>
                </c:pt>
                <c:pt idx="167">
                  <c:v>-7.6082999999999998</c:v>
                </c:pt>
                <c:pt idx="168">
                  <c:v>2.9876800000000001</c:v>
                </c:pt>
                <c:pt idx="169">
                  <c:v>-8.5742200000000004</c:v>
                </c:pt>
                <c:pt idx="170">
                  <c:v>3.1857500000000001</c:v>
                </c:pt>
                <c:pt idx="171">
                  <c:v>4.7038200000000003</c:v>
                </c:pt>
                <c:pt idx="172">
                  <c:v>-2.0215299999999998</c:v>
                </c:pt>
                <c:pt idx="173">
                  <c:v>-2.5636700000000001</c:v>
                </c:pt>
                <c:pt idx="174">
                  <c:v>9.7254400000000008</c:v>
                </c:pt>
                <c:pt idx="175">
                  <c:v>9.0485799999999994</c:v>
                </c:pt>
                <c:pt idx="176">
                  <c:v>7.7835400000000003</c:v>
                </c:pt>
                <c:pt idx="177">
                  <c:v>6.6183500000000004</c:v>
                </c:pt>
                <c:pt idx="178">
                  <c:v>17.74409</c:v>
                </c:pt>
                <c:pt idx="179">
                  <c:v>5.4301599999999999</c:v>
                </c:pt>
                <c:pt idx="180">
                  <c:v>1.2545599999999999</c:v>
                </c:pt>
                <c:pt idx="181">
                  <c:v>1.6004100000000001</c:v>
                </c:pt>
                <c:pt idx="182">
                  <c:v>-2.3485299999999998</c:v>
                </c:pt>
                <c:pt idx="183">
                  <c:v>-0.13475999999999999</c:v>
                </c:pt>
                <c:pt idx="184">
                  <c:v>-1.2911900000000001</c:v>
                </c:pt>
                <c:pt idx="185">
                  <c:v>-8.9174500000000005</c:v>
                </c:pt>
                <c:pt idx="186">
                  <c:v>-3.3284600000000002</c:v>
                </c:pt>
                <c:pt idx="187">
                  <c:v>-8.0777900000000002</c:v>
                </c:pt>
                <c:pt idx="188">
                  <c:v>6.8458800000000002</c:v>
                </c:pt>
                <c:pt idx="189">
                  <c:v>-1.0298799999999999</c:v>
                </c:pt>
                <c:pt idx="190">
                  <c:v>-4.07158</c:v>
                </c:pt>
                <c:pt idx="191">
                  <c:v>-4.1595500000000003</c:v>
                </c:pt>
                <c:pt idx="192">
                  <c:v>-11.18896</c:v>
                </c:pt>
                <c:pt idx="193">
                  <c:v>-3.8115199999999998</c:v>
                </c:pt>
                <c:pt idx="194">
                  <c:v>-2.3288500000000001</c:v>
                </c:pt>
                <c:pt idx="195">
                  <c:v>-2.2883100000000001</c:v>
                </c:pt>
                <c:pt idx="196">
                  <c:v>-4.5662700000000003</c:v>
                </c:pt>
                <c:pt idx="197">
                  <c:v>-10.14907</c:v>
                </c:pt>
                <c:pt idx="198">
                  <c:v>-11.36321</c:v>
                </c:pt>
                <c:pt idx="199">
                  <c:v>-9.3561599999999991</c:v>
                </c:pt>
                <c:pt idx="200">
                  <c:v>-3.6949900000000002</c:v>
                </c:pt>
                <c:pt idx="201">
                  <c:v>-1.2485299999999999</c:v>
                </c:pt>
                <c:pt idx="202">
                  <c:v>-4.5242199999999997</c:v>
                </c:pt>
                <c:pt idx="203">
                  <c:v>2.3725399999999999</c:v>
                </c:pt>
                <c:pt idx="204">
                  <c:v>1.4813499999999999</c:v>
                </c:pt>
                <c:pt idx="205">
                  <c:v>-3.7505799999999998</c:v>
                </c:pt>
                <c:pt idx="206">
                  <c:v>6.5696199999999996</c:v>
                </c:pt>
                <c:pt idx="207">
                  <c:v>0.89932000000000001</c:v>
                </c:pt>
                <c:pt idx="208">
                  <c:v>-11.81108</c:v>
                </c:pt>
                <c:pt idx="209">
                  <c:v>-5.6832099999999999</c:v>
                </c:pt>
                <c:pt idx="210">
                  <c:v>-1.6988000000000001</c:v>
                </c:pt>
                <c:pt idx="211">
                  <c:v>3.2114699999999998</c:v>
                </c:pt>
                <c:pt idx="212">
                  <c:v>-3.2367599999999999</c:v>
                </c:pt>
                <c:pt idx="213">
                  <c:v>-1.8832199999999999</c:v>
                </c:pt>
                <c:pt idx="214">
                  <c:v>-1.3902699999999999</c:v>
                </c:pt>
                <c:pt idx="215">
                  <c:v>-1.8993899999999999</c:v>
                </c:pt>
                <c:pt idx="216">
                  <c:v>0.36653000000000002</c:v>
                </c:pt>
                <c:pt idx="217">
                  <c:v>2.70444</c:v>
                </c:pt>
                <c:pt idx="218">
                  <c:v>2.6304400000000001</c:v>
                </c:pt>
                <c:pt idx="219">
                  <c:v>6.24458</c:v>
                </c:pt>
                <c:pt idx="220">
                  <c:v>12.805440000000001</c:v>
                </c:pt>
                <c:pt idx="221">
                  <c:v>-1.43343</c:v>
                </c:pt>
                <c:pt idx="222">
                  <c:v>-4.7985699999999998</c:v>
                </c:pt>
                <c:pt idx="223">
                  <c:v>-5.6105499999999999</c:v>
                </c:pt>
                <c:pt idx="224">
                  <c:v>-5.4832400000000003</c:v>
                </c:pt>
                <c:pt idx="225">
                  <c:v>2.2820800000000001</c:v>
                </c:pt>
                <c:pt idx="226">
                  <c:v>4.8379700000000003</c:v>
                </c:pt>
                <c:pt idx="227">
                  <c:v>6.5919299999999996</c:v>
                </c:pt>
                <c:pt idx="228">
                  <c:v>-5.14405</c:v>
                </c:pt>
                <c:pt idx="229">
                  <c:v>-3.8446600000000002</c:v>
                </c:pt>
                <c:pt idx="230">
                  <c:v>1.54945</c:v>
                </c:pt>
                <c:pt idx="231">
                  <c:v>-1.50671</c:v>
                </c:pt>
                <c:pt idx="232">
                  <c:v>-0.49957000000000001</c:v>
                </c:pt>
                <c:pt idx="233" formatCode="0.000000E-0">
                  <c:v>-4.38845E-2</c:v>
                </c:pt>
                <c:pt idx="234">
                  <c:v>1.7391399999999999</c:v>
                </c:pt>
                <c:pt idx="235">
                  <c:v>-7.4881200000000003</c:v>
                </c:pt>
                <c:pt idx="236">
                  <c:v>-7.6405799999999999</c:v>
                </c:pt>
                <c:pt idx="237">
                  <c:v>-8.4820200000000003</c:v>
                </c:pt>
                <c:pt idx="238">
                  <c:v>-2.7571400000000001</c:v>
                </c:pt>
                <c:pt idx="239">
                  <c:v>-1.2659800000000001</c:v>
                </c:pt>
                <c:pt idx="240">
                  <c:v>3.3588200000000001</c:v>
                </c:pt>
                <c:pt idx="241">
                  <c:v>-7.7505600000000001</c:v>
                </c:pt>
                <c:pt idx="242">
                  <c:v>-5.1584599999999998</c:v>
                </c:pt>
                <c:pt idx="243">
                  <c:v>-4.5096800000000004</c:v>
                </c:pt>
                <c:pt idx="244">
                  <c:v>-6.5043899999999999</c:v>
                </c:pt>
                <c:pt idx="245">
                  <c:v>-3.1616</c:v>
                </c:pt>
                <c:pt idx="246">
                  <c:v>-4.0552999999999999</c:v>
                </c:pt>
                <c:pt idx="247">
                  <c:v>-5.7825300000000004</c:v>
                </c:pt>
                <c:pt idx="248">
                  <c:v>-4.8885800000000001</c:v>
                </c:pt>
                <c:pt idx="249">
                  <c:v>-2.03755</c:v>
                </c:pt>
                <c:pt idx="250">
                  <c:v>-5.4283400000000004</c:v>
                </c:pt>
                <c:pt idx="251">
                  <c:v>-0.61834999999999996</c:v>
                </c:pt>
                <c:pt idx="252">
                  <c:v>-4.2223600000000001</c:v>
                </c:pt>
                <c:pt idx="253">
                  <c:v>-2.6622699999999999</c:v>
                </c:pt>
                <c:pt idx="254">
                  <c:v>-3.0411700000000002</c:v>
                </c:pt>
                <c:pt idx="255">
                  <c:v>1.26274</c:v>
                </c:pt>
                <c:pt idx="256">
                  <c:v>-1.7097100000000001</c:v>
                </c:pt>
                <c:pt idx="257">
                  <c:v>-2.4726300000000001</c:v>
                </c:pt>
                <c:pt idx="258">
                  <c:v>-5.58507</c:v>
                </c:pt>
                <c:pt idx="259">
                  <c:v>-3.78213</c:v>
                </c:pt>
                <c:pt idx="260">
                  <c:v>-3.6589900000000002</c:v>
                </c:pt>
                <c:pt idx="261">
                  <c:v>-3.4414199999999999</c:v>
                </c:pt>
                <c:pt idx="262">
                  <c:v>-0.66164000000000001</c:v>
                </c:pt>
                <c:pt idx="263">
                  <c:v>-1.9334199999999999</c:v>
                </c:pt>
                <c:pt idx="264">
                  <c:v>1.14744</c:v>
                </c:pt>
                <c:pt idx="265">
                  <c:v>-1.8350299999999999</c:v>
                </c:pt>
                <c:pt idx="266">
                  <c:v>-4.5141799999999996</c:v>
                </c:pt>
                <c:pt idx="267">
                  <c:v>-1.0068699999999999</c:v>
                </c:pt>
                <c:pt idx="268">
                  <c:v>-4.3651499999999999</c:v>
                </c:pt>
                <c:pt idx="269">
                  <c:v>-2.2090700000000001</c:v>
                </c:pt>
                <c:pt idx="270">
                  <c:v>-4.91181</c:v>
                </c:pt>
                <c:pt idx="271">
                  <c:v>-2.12737</c:v>
                </c:pt>
                <c:pt idx="272">
                  <c:v>-6.1209499999999997</c:v>
                </c:pt>
                <c:pt idx="273">
                  <c:v>0.25272</c:v>
                </c:pt>
                <c:pt idx="274">
                  <c:v>0.35811999999999999</c:v>
                </c:pt>
                <c:pt idx="275">
                  <c:v>-1.5185299999999999</c:v>
                </c:pt>
                <c:pt idx="276">
                  <c:v>-1.5520099999999999</c:v>
                </c:pt>
                <c:pt idx="277">
                  <c:v>-0.93806</c:v>
                </c:pt>
                <c:pt idx="278">
                  <c:v>-0.36347000000000002</c:v>
                </c:pt>
                <c:pt idx="279">
                  <c:v>-5.9877599999999997</c:v>
                </c:pt>
                <c:pt idx="280">
                  <c:v>-3.3484600000000002</c:v>
                </c:pt>
                <c:pt idx="281">
                  <c:v>-5.6412399999999998</c:v>
                </c:pt>
                <c:pt idx="282">
                  <c:v>-0.89946999999999999</c:v>
                </c:pt>
                <c:pt idx="283">
                  <c:v>-2.6831999999999998</c:v>
                </c:pt>
                <c:pt idx="284">
                  <c:v>-0.49539</c:v>
                </c:pt>
                <c:pt idx="285">
                  <c:v>1.2457400000000001</c:v>
                </c:pt>
                <c:pt idx="286">
                  <c:v>5.2920199999999999</c:v>
                </c:pt>
                <c:pt idx="287">
                  <c:v>9.7949000000000002</c:v>
                </c:pt>
                <c:pt idx="288">
                  <c:v>12.321680000000001</c:v>
                </c:pt>
                <c:pt idx="289">
                  <c:v>-2.94842</c:v>
                </c:pt>
                <c:pt idx="290">
                  <c:v>0.73994000000000004</c:v>
                </c:pt>
                <c:pt idx="291">
                  <c:v>8.3882499999999993</c:v>
                </c:pt>
                <c:pt idx="292">
                  <c:v>-4.6507500000000004</c:v>
                </c:pt>
                <c:pt idx="293">
                  <c:v>-3.7317300000000002</c:v>
                </c:pt>
                <c:pt idx="294">
                  <c:v>-0.74180000000000001</c:v>
                </c:pt>
                <c:pt idx="295">
                  <c:v>-4.7939699999999998</c:v>
                </c:pt>
                <c:pt idx="296">
                  <c:v>-1.5251999999999999</c:v>
                </c:pt>
                <c:pt idx="297">
                  <c:v>-3.3376199999999998</c:v>
                </c:pt>
                <c:pt idx="298">
                  <c:v>-8.6149199999999997</c:v>
                </c:pt>
                <c:pt idx="299">
                  <c:v>-6.94123</c:v>
                </c:pt>
                <c:pt idx="300">
                  <c:v>-6.0803599999999998</c:v>
                </c:pt>
                <c:pt idx="301">
                  <c:v>-1.6843399999999999</c:v>
                </c:pt>
                <c:pt idx="302">
                  <c:v>5.4792800000000002</c:v>
                </c:pt>
                <c:pt idx="303">
                  <c:v>-5.9922000000000004</c:v>
                </c:pt>
                <c:pt idx="304">
                  <c:v>-4.3751800000000003</c:v>
                </c:pt>
                <c:pt idx="305">
                  <c:v>-4.2183900000000003</c:v>
                </c:pt>
                <c:pt idx="306">
                  <c:v>2.7299899999999999</c:v>
                </c:pt>
                <c:pt idx="307">
                  <c:v>0.25239</c:v>
                </c:pt>
                <c:pt idx="308">
                  <c:v>-4.85358</c:v>
                </c:pt>
                <c:pt idx="309">
                  <c:v>-4.4274300000000002</c:v>
                </c:pt>
                <c:pt idx="310">
                  <c:v>-2.1154700000000002</c:v>
                </c:pt>
                <c:pt idx="311">
                  <c:v>-3.89263</c:v>
                </c:pt>
                <c:pt idx="312">
                  <c:v>-0.42044999999999999</c:v>
                </c:pt>
                <c:pt idx="313">
                  <c:v>-3.3171300000000001</c:v>
                </c:pt>
                <c:pt idx="314">
                  <c:v>0.65812000000000004</c:v>
                </c:pt>
                <c:pt idx="315">
                  <c:v>12.02333</c:v>
                </c:pt>
                <c:pt idx="316">
                  <c:v>1.52616</c:v>
                </c:pt>
                <c:pt idx="317">
                  <c:v>-4.0181899999999997</c:v>
                </c:pt>
                <c:pt idx="318">
                  <c:v>-1.36226</c:v>
                </c:pt>
                <c:pt idx="319">
                  <c:v>-3.0516000000000001</c:v>
                </c:pt>
                <c:pt idx="320">
                  <c:v>-3.7134900000000002</c:v>
                </c:pt>
                <c:pt idx="321">
                  <c:v>-5.13002</c:v>
                </c:pt>
                <c:pt idx="322">
                  <c:v>-4.5116399999999999</c:v>
                </c:pt>
                <c:pt idx="323">
                  <c:v>1.47814</c:v>
                </c:pt>
                <c:pt idx="324">
                  <c:v>8.7566900000000008</c:v>
                </c:pt>
                <c:pt idx="325">
                  <c:v>-2.9604599999999999</c:v>
                </c:pt>
                <c:pt idx="326">
                  <c:v>-3.4674999999999998</c:v>
                </c:pt>
                <c:pt idx="327">
                  <c:v>-3.7895400000000001</c:v>
                </c:pt>
                <c:pt idx="328">
                  <c:v>-4.633</c:v>
                </c:pt>
                <c:pt idx="329">
                  <c:v>-7.7126099999999997</c:v>
                </c:pt>
                <c:pt idx="330">
                  <c:v>-4.18621</c:v>
                </c:pt>
                <c:pt idx="331">
                  <c:v>-3.23597</c:v>
                </c:pt>
                <c:pt idx="332">
                  <c:v>1.77122</c:v>
                </c:pt>
                <c:pt idx="333">
                  <c:v>-1.02427</c:v>
                </c:pt>
                <c:pt idx="334">
                  <c:v>-1.1814800000000001</c:v>
                </c:pt>
                <c:pt idx="335">
                  <c:v>-0.48204000000000002</c:v>
                </c:pt>
                <c:pt idx="336">
                  <c:v>-4.9854099999999999</c:v>
                </c:pt>
                <c:pt idx="337">
                  <c:v>2.8895499999999998</c:v>
                </c:pt>
                <c:pt idx="338">
                  <c:v>1.1033900000000001</c:v>
                </c:pt>
                <c:pt idx="339">
                  <c:v>-6.4477099999999998</c:v>
                </c:pt>
                <c:pt idx="340">
                  <c:v>-7.8278800000000004</c:v>
                </c:pt>
                <c:pt idx="341">
                  <c:v>-7.8891600000000004</c:v>
                </c:pt>
                <c:pt idx="342">
                  <c:v>-12.76417</c:v>
                </c:pt>
                <c:pt idx="343">
                  <c:v>-7.9797799999999999</c:v>
                </c:pt>
                <c:pt idx="344">
                  <c:v>-11.42867</c:v>
                </c:pt>
                <c:pt idx="345">
                  <c:v>-12.91553</c:v>
                </c:pt>
                <c:pt idx="346">
                  <c:v>-9.6744400000000006</c:v>
                </c:pt>
                <c:pt idx="347">
                  <c:v>-8.6019400000000008</c:v>
                </c:pt>
                <c:pt idx="348">
                  <c:v>-9.1131200000000003</c:v>
                </c:pt>
                <c:pt idx="349">
                  <c:v>-2.9001399999999999</c:v>
                </c:pt>
                <c:pt idx="350">
                  <c:v>-2.3036400000000001</c:v>
                </c:pt>
                <c:pt idx="351">
                  <c:v>-5.48698</c:v>
                </c:pt>
                <c:pt idx="352">
                  <c:v>-0.81254000000000004</c:v>
                </c:pt>
                <c:pt idx="353">
                  <c:v>-0.93632000000000004</c:v>
                </c:pt>
                <c:pt idx="354">
                  <c:v>-7.3739999999999997</c:v>
                </c:pt>
                <c:pt idx="355">
                  <c:v>-2.6695799999999998</c:v>
                </c:pt>
                <c:pt idx="356">
                  <c:v>-8.98874</c:v>
                </c:pt>
                <c:pt idx="357">
                  <c:v>-16.324210000000001</c:v>
                </c:pt>
                <c:pt idx="358">
                  <c:v>-16.820820000000001</c:v>
                </c:pt>
                <c:pt idx="359">
                  <c:v>-12.609730000000001</c:v>
                </c:pt>
                <c:pt idx="360">
                  <c:v>-2.2584200000000001</c:v>
                </c:pt>
                <c:pt idx="361">
                  <c:v>-8.3209900000000001</c:v>
                </c:pt>
                <c:pt idx="362">
                  <c:v>-15.511990000000001</c:v>
                </c:pt>
                <c:pt idx="363">
                  <c:v>-11.324070000000001</c:v>
                </c:pt>
                <c:pt idx="364">
                  <c:v>-18.18975</c:v>
                </c:pt>
                <c:pt idx="365">
                  <c:v>-19.607849999999999</c:v>
                </c:pt>
                <c:pt idx="366">
                  <c:v>-15.34159</c:v>
                </c:pt>
                <c:pt idx="367">
                  <c:v>-8.8428599999999999</c:v>
                </c:pt>
                <c:pt idx="368">
                  <c:v>-16.079740000000001</c:v>
                </c:pt>
                <c:pt idx="369">
                  <c:v>-17.494389999999999</c:v>
                </c:pt>
                <c:pt idx="370">
                  <c:v>-16.370059999999999</c:v>
                </c:pt>
                <c:pt idx="371">
                  <c:v>-14.31437</c:v>
                </c:pt>
                <c:pt idx="372">
                  <c:v>-11.10187</c:v>
                </c:pt>
                <c:pt idx="373">
                  <c:v>-14.193669999999999</c:v>
                </c:pt>
                <c:pt idx="374">
                  <c:v>-11.893700000000001</c:v>
                </c:pt>
                <c:pt idx="375">
                  <c:v>-14.011469999999999</c:v>
                </c:pt>
                <c:pt idx="376">
                  <c:v>-12.66907</c:v>
                </c:pt>
                <c:pt idx="377">
                  <c:v>-12.332420000000001</c:v>
                </c:pt>
                <c:pt idx="378">
                  <c:v>-20.528780000000001</c:v>
                </c:pt>
                <c:pt idx="379">
                  <c:v>-15.23277</c:v>
                </c:pt>
                <c:pt idx="380">
                  <c:v>-14.72756</c:v>
                </c:pt>
                <c:pt idx="381">
                  <c:v>-14.73166</c:v>
                </c:pt>
                <c:pt idx="382">
                  <c:v>-16.158840000000001</c:v>
                </c:pt>
                <c:pt idx="383">
                  <c:v>-16.933900000000001</c:v>
                </c:pt>
                <c:pt idx="384">
                  <c:v>-16.67221</c:v>
                </c:pt>
                <c:pt idx="385">
                  <c:v>-15.986039999999999</c:v>
                </c:pt>
                <c:pt idx="386">
                  <c:v>-17.26229</c:v>
                </c:pt>
                <c:pt idx="387">
                  <c:v>-15.33146</c:v>
                </c:pt>
                <c:pt idx="388">
                  <c:v>-14.10322</c:v>
                </c:pt>
                <c:pt idx="389">
                  <c:v>-13.334350000000001</c:v>
                </c:pt>
                <c:pt idx="390">
                  <c:v>-6.6147600000000004</c:v>
                </c:pt>
                <c:pt idx="391">
                  <c:v>-10.57813</c:v>
                </c:pt>
                <c:pt idx="392">
                  <c:v>-11.74963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C30-FF4C-8731-833206ADAB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68656304"/>
        <c:axId val="1768658016"/>
      </c:lineChart>
      <c:catAx>
        <c:axId val="17686563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DK"/>
          </a:p>
        </c:txPr>
        <c:crossAx val="1768658016"/>
        <c:crosses val="autoZero"/>
        <c:auto val="1"/>
        <c:lblAlgn val="ctr"/>
        <c:lblOffset val="100"/>
        <c:noMultiLvlLbl val="0"/>
      </c:catAx>
      <c:valAx>
        <c:axId val="1768658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DK"/>
          </a:p>
        </c:txPr>
        <c:crossAx val="1768656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DK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A993E-4E43-BDE5-6290-37F0E118B9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BF08A4-66EC-C746-58B2-7405D4A9A9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9EDCD-BE21-711C-ACE7-688AEE32A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7DE64-E65F-7845-BC17-BC66ADD2E323}" type="datetimeFigureOut">
              <a:rPr lang="en-DK" smtClean="0"/>
              <a:t>01/12/2025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A398F-B8D8-8420-AE40-FF1170308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A9D6F-E92B-226C-73B5-62F45679C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B07AD-B526-8F4E-9BCF-E81942AA010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07344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1458E-939F-7356-4BE9-50A364077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2C2C4-0BD4-8834-B8BB-E2CB62773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906E1-AD75-7A8A-EF54-06FC20E1D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7DE64-E65F-7845-BC17-BC66ADD2E323}" type="datetimeFigureOut">
              <a:rPr lang="en-DK" smtClean="0"/>
              <a:t>01/12/2025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B2F2D-7256-E171-08BF-0F56052B6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E8492-B678-437B-220A-90EB445C9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B07AD-B526-8F4E-9BCF-E81942AA010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12124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E04B7-2765-E19A-DBAC-5356D7A0D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0EBAD2-3316-B6FB-861B-57AD44A3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39E6F-CE4B-BB14-2B18-64281D42E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7DE64-E65F-7845-BC17-BC66ADD2E323}" type="datetimeFigureOut">
              <a:rPr lang="en-DK" smtClean="0"/>
              <a:t>01/12/2025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F3DFC-4271-7F03-C953-34151F15A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4A27D-7A38-6896-E310-0431045F0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B07AD-B526-8F4E-9BCF-E81942AA010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75349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7D778-2B6D-054F-CC1A-13B544DEB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A72C7-D673-C7BF-234F-734C848060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F4FD3A-3BCF-DA70-80F5-E02338690F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35741-B5FE-540A-6445-5BB1DB092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7DE64-E65F-7845-BC17-BC66ADD2E323}" type="datetimeFigureOut">
              <a:rPr lang="en-DK" smtClean="0"/>
              <a:t>01/12/2025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97015-6D05-00FA-9CA0-F2D10C22C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CDBB0D-6A5B-6198-68C2-584236BC5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B07AD-B526-8F4E-9BCF-E81942AA010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44741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C00D3-7B70-FF85-4654-A3DC246BD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1D214-72A0-DDA2-05CA-123888EFF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64E3E6-0460-A6C8-21F1-B4F50525C9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83423C-6752-BA55-F16F-244E40D044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2FCC37-6C7D-7DC0-E27C-2A1EA25F84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15F79F-F5FD-2952-46DE-1B319FE7F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7DE64-E65F-7845-BC17-BC66ADD2E323}" type="datetimeFigureOut">
              <a:rPr lang="en-DK" smtClean="0"/>
              <a:t>01/12/2025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FB38BB-79C9-212E-6F80-2185EB0ED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A67CC5-D106-7685-729C-D56CB1BEA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B07AD-B526-8F4E-9BCF-E81942AA010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25538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E94EB-39BE-6368-2FF6-E91217F52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60DF66-FDB4-C3A7-F08C-69E8F59A3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7DE64-E65F-7845-BC17-BC66ADD2E323}" type="datetimeFigureOut">
              <a:rPr lang="en-DK" smtClean="0"/>
              <a:t>01/12/2025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8E6C85-A51A-24D8-4AA1-0AAD25CD6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9D5EE1-90E1-C12E-6D92-AFFB77E9B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B07AD-B526-8F4E-9BCF-E81942AA010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694383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91AD41-F012-CA88-F18D-F0BB9C68C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7DE64-E65F-7845-BC17-BC66ADD2E323}" type="datetimeFigureOut">
              <a:rPr lang="en-DK" smtClean="0"/>
              <a:t>01/12/2025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45003C-F3A3-B905-DB2F-13E2341BC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7145C-6716-C454-F9B8-E3D9CD1B6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B07AD-B526-8F4E-9BCF-E81942AA010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73654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78E37-8A3E-8B86-FFCC-BC4CC3460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7F342-4449-5365-3921-276170D2F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CCAE67-9E5E-4E07-9001-2180291AF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3E8D63-C389-B775-97AF-5D04E32D7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7DE64-E65F-7845-BC17-BC66ADD2E323}" type="datetimeFigureOut">
              <a:rPr lang="en-DK" smtClean="0"/>
              <a:t>01/12/2025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898455-0F1F-A7B3-BAE4-9DB68BF92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5EA510-6772-0609-AA9C-C1AB960F9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B07AD-B526-8F4E-9BCF-E81942AA010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47988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AF-B53A-66AC-C7B2-7F140735E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A524A9-60B6-36A9-1306-1A468959B7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6392E1-983C-D3F7-3259-CB0720E7CB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2422D-A547-A4DA-593F-EF01C0C26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7DE64-E65F-7845-BC17-BC66ADD2E323}" type="datetimeFigureOut">
              <a:rPr lang="en-DK" smtClean="0"/>
              <a:t>01/12/2025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A8FDDB-3810-A859-6FF9-D8907F5A2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994FB8-2D57-87CC-856C-52336F576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B07AD-B526-8F4E-9BCF-E81942AA010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23801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64285-2DAC-68C2-9301-8DEBE9C08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2F778D-0CE8-DEF9-56FD-582D84A4A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3C988-6AA6-79D9-559B-B676EC95F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7DE64-E65F-7845-BC17-BC66ADD2E323}" type="datetimeFigureOut">
              <a:rPr lang="en-DK" smtClean="0"/>
              <a:t>01/12/2025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81C3C-F8AE-EBDF-455C-8790D5E8B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C217C-085E-66FA-464B-3BF001B27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B07AD-B526-8F4E-9BCF-E81942AA010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97254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F20953-3BBC-5F0E-7832-2A7FF2F0BA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4AF112-D13F-9183-EF25-C18C7A2CB3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D14FE-CBB6-4718-0684-E15568CE2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7DE64-E65F-7845-BC17-BC66ADD2E323}" type="datetimeFigureOut">
              <a:rPr lang="en-DK" smtClean="0"/>
              <a:t>01/12/2025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A97AD-BB2C-E6AA-8E42-D1CFC4A54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B4E1F-8F14-0F9C-7BBD-B7C79E453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B07AD-B526-8F4E-9BCF-E81942AA010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85138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24A2B4-65FA-ACAB-0A2F-E778F7B11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6210B-7977-BF25-1929-A71CA3D9D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9D42E-FF6B-6EB4-A807-2E023EACAE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57DE64-E65F-7845-BC17-BC66ADD2E323}" type="datetimeFigureOut">
              <a:rPr lang="en-DK" smtClean="0"/>
              <a:t>01/12/2025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AEAED-506A-0C93-4A58-9A39193BED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D061F-C78E-9764-822B-5A4FB8799C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3B07AD-B526-8F4E-9BCF-E81942AA010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74878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88B2B-4930-0627-60D9-BE63913770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DK" dirty="0"/>
              <a:t>Linear heating ramp experiments are done*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EE1EC6-08FB-0C72-D51E-32384E3D65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DK" dirty="0"/>
              <a:t>*BRF 5% O2 failed somehow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586DF59-F34F-03BB-B154-512474C826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9311281"/>
              </p:ext>
            </p:extLst>
          </p:nvPr>
        </p:nvGraphicFramePr>
        <p:xfrm>
          <a:off x="3982995" y="3954163"/>
          <a:ext cx="4226010" cy="2391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6258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A9CB8-1D90-AF0E-1459-17B8950E9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Data: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AF461-B617-FA9C-C9B7-255FBF995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</a:t>
            </a:r>
            <a:r>
              <a:rPr lang="en-DK" dirty="0"/>
              <a:t>aiting for it to run…</a:t>
            </a:r>
          </a:p>
        </p:txBody>
      </p:sp>
    </p:spTree>
    <p:extLst>
      <p:ext uri="{BB962C8B-B14F-4D97-AF65-F5344CB8AC3E}">
        <p14:creationId xmlns:p14="http://schemas.microsoft.com/office/powerpoint/2010/main" val="1347358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B9DB9-396F-0E87-6D3E-474027044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Remaining: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AAD97-E61C-C93C-E93B-5947D173A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K" dirty="0"/>
              <a:t>BET Analysis of what didn’t work today &amp; tomorrow</a:t>
            </a:r>
          </a:p>
          <a:p>
            <a:r>
              <a:rPr lang="en-DK" dirty="0"/>
              <a:t>Have to coordinate with the people using Sif this week to run 225C + 250C isothermals with 5% and 10% O2. </a:t>
            </a:r>
            <a:r>
              <a:rPr lang="en-DK"/>
              <a:t>Figured out how to do multi-method ASC runs so can finish faster with weekends.</a:t>
            </a:r>
            <a:endParaRPr lang="en-DK" dirty="0"/>
          </a:p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1111273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73</Words>
  <Application>Microsoft Macintosh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Linear heating ramp experiments are done*</vt:lpstr>
      <vt:lpstr>Data:</vt:lpstr>
      <vt:lpstr>Remaining: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Cornelius Hedegaard Reetz</dc:creator>
  <cp:lastModifiedBy>Cornelius Hedegaard Reetz</cp:lastModifiedBy>
  <cp:revision>1</cp:revision>
  <dcterms:created xsi:type="dcterms:W3CDTF">2025-12-01T08:56:05Z</dcterms:created>
  <dcterms:modified xsi:type="dcterms:W3CDTF">2025-12-01T08:59:57Z</dcterms:modified>
</cp:coreProperties>
</file>